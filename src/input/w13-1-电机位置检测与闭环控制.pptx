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352" r:id="rId4"/>
    <p:sldId id="363" r:id="rId5"/>
    <p:sldId id="353" r:id="rId6"/>
    <p:sldId id="354" r:id="rId7"/>
    <p:sldId id="355" r:id="rId8"/>
    <p:sldId id="357" r:id="rId9"/>
    <p:sldId id="358" r:id="rId10"/>
    <p:sldId id="359" r:id="rId11"/>
    <p:sldId id="364" r:id="rId12"/>
    <p:sldId id="360" r:id="rId13"/>
    <p:sldId id="361" r:id="rId14"/>
    <p:sldId id="365" r:id="rId15"/>
    <p:sldId id="362" r:id="rId16"/>
    <p:sldId id="366" r:id="rId17"/>
    <p:sldId id="259" r:id="rId18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65" userDrawn="1">
          <p15:clr>
            <a:srgbClr val="A4A3A4"/>
          </p15:clr>
        </p15:guide>
        <p15:guide id="3" orient="horz" pos="640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9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99"/>
    <a:srgbClr val="7F9EC3"/>
    <a:srgbClr val="99CCFF"/>
    <a:srgbClr val="CC6600"/>
    <a:srgbClr val="B0C4DD"/>
    <a:srgbClr val="C00000"/>
    <a:srgbClr val="F8CFCF"/>
    <a:srgbClr val="FCE9E9"/>
    <a:srgbClr val="0070C0"/>
    <a:srgbClr val="FF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885" autoAdjust="0"/>
    <p:restoredTop sz="94660"/>
  </p:normalViewPr>
  <p:slideViewPr>
    <p:cSldViewPr snapToGrid="0" showGuides="1">
      <p:cViewPr>
        <p:scale>
          <a:sx n="82" d="100"/>
          <a:sy n="82" d="100"/>
        </p:scale>
        <p:origin x="3644" y="1800"/>
      </p:cViewPr>
      <p:guideLst>
        <p:guide pos="416"/>
        <p:guide pos="7265"/>
        <p:guide orient="horz" pos="640"/>
        <p:guide orient="horz" pos="712"/>
        <p:guide orient="horz" pos="3929"/>
        <p:guide orient="horz" pos="386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34E1AE1-002C-4509-866D-4FF012AD52F9}" type="doc">
      <dgm:prSet loTypeId="urn:microsoft.com/office/officeart/2005/8/layout/lProcess2" loCatId="list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zh-CN" altLang="en-US"/>
        </a:p>
      </dgm:t>
    </dgm:pt>
    <dgm:pt modelId="{3A74DA94-A7C3-40DC-AB71-4217DAA55A3D}">
      <dgm:prSet phldrT="[文本]" custT="1"/>
      <dgm:spPr>
        <a:solidFill>
          <a:srgbClr val="B0C4DD"/>
        </a:solidFill>
      </dgm:spPr>
      <dgm:t>
        <a:bodyPr lIns="0" tIns="36000" rIns="0" bIns="0" anchor="t" anchorCtr="0"/>
        <a:lstStyle/>
        <a:p>
          <a:r>
            <a:rPr lang="zh-CN" altLang="en-US" sz="2000" b="0" dirty="0">
              <a:solidFill>
                <a:schemeClr val="tx1"/>
              </a:solidFill>
              <a:effectLst/>
            </a:rPr>
            <a:t>检测能力</a:t>
          </a:r>
          <a:endParaRPr lang="zh-CN" altLang="en-US" sz="2000" dirty="0">
            <a:solidFill>
              <a:schemeClr val="tx1"/>
            </a:solidFill>
          </a:endParaRPr>
        </a:p>
      </dgm:t>
    </dgm:pt>
    <dgm:pt modelId="{707B97FB-4023-45DA-95B2-96FD01EDDCB3}" type="parTrans" cxnId="{C489AF80-05E1-48B1-B973-B7B253C7FFDE}">
      <dgm:prSet/>
      <dgm:spPr/>
      <dgm:t>
        <a:bodyPr/>
        <a:lstStyle/>
        <a:p>
          <a:endParaRPr lang="zh-CN" altLang="en-US"/>
        </a:p>
      </dgm:t>
    </dgm:pt>
    <dgm:pt modelId="{5CC843D1-32EB-4A03-A323-8AC27A22E1F1}" type="sibTrans" cxnId="{C489AF80-05E1-48B1-B973-B7B253C7FFDE}">
      <dgm:prSet/>
      <dgm:spPr/>
      <dgm:t>
        <a:bodyPr/>
        <a:lstStyle/>
        <a:p>
          <a:endParaRPr lang="zh-CN" altLang="en-US"/>
        </a:p>
      </dgm:t>
    </dgm:pt>
    <dgm:pt modelId="{CD2B4F0F-EBFF-4F6B-8912-9E9D0010B263}">
      <dgm:prSet phldrT="[文本]"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zh-CN" altLang="en-US" sz="1800" dirty="0">
              <a:effectLst/>
            </a:rPr>
            <a:t>增量式</a:t>
          </a:r>
          <a:endParaRPr lang="en-US" altLang="zh-CN" sz="1800" dirty="0">
            <a:effectLst/>
          </a:endParaRPr>
        </a:p>
        <a:p>
          <a:pPr>
            <a:lnSpc>
              <a:spcPct val="80000"/>
            </a:lnSpc>
            <a:spcAft>
              <a:spcPts val="0"/>
            </a:spcAft>
          </a:pPr>
          <a:r>
            <a:rPr lang="zh-CN" altLang="en-US" sz="1600" dirty="0">
              <a:effectLst/>
            </a:rPr>
            <a:t>（</a:t>
          </a:r>
          <a:r>
            <a:rPr lang="en-US" altLang="zh-CN" sz="1600" dirty="0">
              <a:effectLst/>
            </a:rPr>
            <a:t>Incremental</a:t>
          </a:r>
          <a:r>
            <a:rPr lang="zh-CN" altLang="en-US" sz="1600" dirty="0">
              <a:effectLst/>
            </a:rPr>
            <a:t>）</a:t>
          </a:r>
          <a:endParaRPr lang="zh-CN" altLang="en-US" sz="1600" dirty="0"/>
        </a:p>
      </dgm:t>
    </dgm:pt>
    <dgm:pt modelId="{E16B12E8-9189-48A9-AB89-F8B3EA18AEBD}" type="parTrans" cxnId="{285D2E64-0458-48BD-BC59-E6BAEA89DB48}">
      <dgm:prSet/>
      <dgm:spPr/>
      <dgm:t>
        <a:bodyPr/>
        <a:lstStyle/>
        <a:p>
          <a:endParaRPr lang="zh-CN" altLang="en-US"/>
        </a:p>
      </dgm:t>
    </dgm:pt>
    <dgm:pt modelId="{29476DF1-CBB2-4D64-AD75-75228BE7F634}" type="sibTrans" cxnId="{285D2E64-0458-48BD-BC59-E6BAEA89DB48}">
      <dgm:prSet/>
      <dgm:spPr/>
      <dgm:t>
        <a:bodyPr/>
        <a:lstStyle/>
        <a:p>
          <a:endParaRPr lang="zh-CN" altLang="en-US"/>
        </a:p>
      </dgm:t>
    </dgm:pt>
    <dgm:pt modelId="{9903CE0C-E03D-4DD4-A96D-568342E8159E}">
      <dgm:prSet phldrT="[文本]" custT="1"/>
      <dgm:spPr/>
      <dgm:t>
        <a:bodyPr/>
        <a:lstStyle/>
        <a:p>
          <a:pPr>
            <a:lnSpc>
              <a:spcPct val="80000"/>
            </a:lnSpc>
            <a:spcAft>
              <a:spcPts val="0"/>
            </a:spcAft>
          </a:pPr>
          <a:r>
            <a:rPr lang="zh-CN" altLang="en-US" sz="1800" dirty="0">
              <a:effectLst/>
            </a:rPr>
            <a:t>单圈绝对值式</a:t>
          </a:r>
          <a:r>
            <a:rPr lang="zh-CN" altLang="en-US" sz="1600" dirty="0">
              <a:effectLst/>
            </a:rPr>
            <a:t>（</a:t>
          </a:r>
          <a:r>
            <a:rPr lang="en-US" altLang="zh-CN" sz="1600" dirty="0">
              <a:effectLst/>
            </a:rPr>
            <a:t>Absolute</a:t>
          </a:r>
          <a:r>
            <a:rPr lang="zh-CN" altLang="en-US" sz="1600" dirty="0">
              <a:effectLst/>
            </a:rPr>
            <a:t>）</a:t>
          </a:r>
          <a:endParaRPr lang="zh-CN" altLang="en-US" sz="1600" dirty="0"/>
        </a:p>
      </dgm:t>
    </dgm:pt>
    <dgm:pt modelId="{66A268EA-7648-45F1-B49D-3E373D9166A9}" type="parTrans" cxnId="{3B9CDE82-B605-4AC4-AFD3-288D7A49190C}">
      <dgm:prSet/>
      <dgm:spPr/>
      <dgm:t>
        <a:bodyPr/>
        <a:lstStyle/>
        <a:p>
          <a:endParaRPr lang="zh-CN" altLang="en-US"/>
        </a:p>
      </dgm:t>
    </dgm:pt>
    <dgm:pt modelId="{8718A910-FFF6-49A6-84F4-E246BF6DDAE8}" type="sibTrans" cxnId="{3B9CDE82-B605-4AC4-AFD3-288D7A49190C}">
      <dgm:prSet/>
      <dgm:spPr/>
      <dgm:t>
        <a:bodyPr/>
        <a:lstStyle/>
        <a:p>
          <a:endParaRPr lang="zh-CN" altLang="en-US"/>
        </a:p>
      </dgm:t>
    </dgm:pt>
    <dgm:pt modelId="{3DCC4138-9247-4092-BDDC-83B0450FE963}">
      <dgm:prSet phldrT="[文本]" custT="1"/>
      <dgm:spPr>
        <a:solidFill>
          <a:srgbClr val="B0C4DD"/>
        </a:solidFill>
      </dgm:spPr>
      <dgm:t>
        <a:bodyPr lIns="0" tIns="36000" rIns="0" bIns="0" anchor="t" anchorCtr="0"/>
        <a:lstStyle/>
        <a:p>
          <a:r>
            <a:rPr lang="zh-CN" altLang="en-US" sz="2000" dirty="0"/>
            <a:t>传感器形式</a:t>
          </a:r>
        </a:p>
      </dgm:t>
    </dgm:pt>
    <dgm:pt modelId="{5327EE44-B43D-49BA-AABF-46005BB50F5E}" type="parTrans" cxnId="{E31CD498-07A8-4001-8D4E-31822E51538F}">
      <dgm:prSet/>
      <dgm:spPr/>
      <dgm:t>
        <a:bodyPr/>
        <a:lstStyle/>
        <a:p>
          <a:endParaRPr lang="zh-CN" altLang="en-US"/>
        </a:p>
      </dgm:t>
    </dgm:pt>
    <dgm:pt modelId="{E81BA879-54ED-444D-A82A-84DC7FDCDD16}" type="sibTrans" cxnId="{E31CD498-07A8-4001-8D4E-31822E51538F}">
      <dgm:prSet/>
      <dgm:spPr/>
      <dgm:t>
        <a:bodyPr/>
        <a:lstStyle/>
        <a:p>
          <a:endParaRPr lang="zh-CN" altLang="en-US"/>
        </a:p>
      </dgm:t>
    </dgm:pt>
    <dgm:pt modelId="{29FC058E-4213-481F-8B78-F56BB33684DE}">
      <dgm:prSet phldrT="[文本]"/>
      <dgm:spPr>
        <a:solidFill>
          <a:srgbClr val="C00000"/>
        </a:solidFill>
      </dgm:spPr>
      <dgm:t>
        <a:bodyPr/>
        <a:lstStyle/>
        <a:p>
          <a:r>
            <a:rPr lang="zh-CN" altLang="en-US" dirty="0"/>
            <a:t>光电式</a:t>
          </a:r>
        </a:p>
      </dgm:t>
    </dgm:pt>
    <dgm:pt modelId="{74FF262B-57D8-42B2-96F2-3ABC918B62F2}" type="parTrans" cxnId="{B012AA7D-6F11-4610-8004-D18AE025A051}">
      <dgm:prSet/>
      <dgm:spPr/>
      <dgm:t>
        <a:bodyPr/>
        <a:lstStyle/>
        <a:p>
          <a:endParaRPr lang="zh-CN" altLang="en-US"/>
        </a:p>
      </dgm:t>
    </dgm:pt>
    <dgm:pt modelId="{E5E56181-2AC7-4FEB-8791-6839DA76AB38}" type="sibTrans" cxnId="{B012AA7D-6F11-4610-8004-D18AE025A051}">
      <dgm:prSet/>
      <dgm:spPr/>
      <dgm:t>
        <a:bodyPr/>
        <a:lstStyle/>
        <a:p>
          <a:endParaRPr lang="zh-CN" altLang="en-US"/>
        </a:p>
      </dgm:t>
    </dgm:pt>
    <dgm:pt modelId="{D5B944F5-90A7-4691-A1D7-CAC7693E75E9}">
      <dgm:prSet phldrT="[文本]"/>
      <dgm:spPr>
        <a:solidFill>
          <a:srgbClr val="C00000"/>
        </a:solidFill>
      </dgm:spPr>
      <dgm:t>
        <a:bodyPr/>
        <a:lstStyle/>
        <a:p>
          <a:r>
            <a:rPr lang="zh-CN" altLang="en-US" dirty="0">
              <a:effectLst/>
            </a:rPr>
            <a:t>霍尔式</a:t>
          </a:r>
          <a:endParaRPr lang="zh-CN" altLang="en-US" dirty="0"/>
        </a:p>
      </dgm:t>
    </dgm:pt>
    <dgm:pt modelId="{F37D1AEC-C6D3-46EC-B84D-A0A644CAC7DA}" type="parTrans" cxnId="{BD9C6824-411D-459B-BE95-497B4EEC16F6}">
      <dgm:prSet/>
      <dgm:spPr/>
      <dgm:t>
        <a:bodyPr/>
        <a:lstStyle/>
        <a:p>
          <a:endParaRPr lang="zh-CN" altLang="en-US"/>
        </a:p>
      </dgm:t>
    </dgm:pt>
    <dgm:pt modelId="{8CF8DFC5-AC40-4DED-B26A-06096CFF26FE}" type="sibTrans" cxnId="{BD9C6824-411D-459B-BE95-497B4EEC16F6}">
      <dgm:prSet/>
      <dgm:spPr/>
      <dgm:t>
        <a:bodyPr/>
        <a:lstStyle/>
        <a:p>
          <a:endParaRPr lang="zh-CN" altLang="en-US"/>
        </a:p>
      </dgm:t>
    </dgm:pt>
    <dgm:pt modelId="{840EA025-D98D-4AFE-8EE3-53A54148E0C9}">
      <dgm:prSet/>
      <dgm:spPr/>
      <dgm:t>
        <a:bodyPr/>
        <a:lstStyle/>
        <a:p>
          <a:r>
            <a:rPr lang="zh-CN" altLang="en-US" dirty="0">
              <a:effectLst/>
            </a:rPr>
            <a:t>多圈绝对值式</a:t>
          </a:r>
        </a:p>
      </dgm:t>
    </dgm:pt>
    <dgm:pt modelId="{2F4721DC-EA92-45E3-AC75-BB83B36063B5}" type="parTrans" cxnId="{BFC90896-7F6D-4262-A89F-6FADA9D5877A}">
      <dgm:prSet/>
      <dgm:spPr/>
      <dgm:t>
        <a:bodyPr/>
        <a:lstStyle/>
        <a:p>
          <a:endParaRPr lang="zh-CN" altLang="en-US"/>
        </a:p>
      </dgm:t>
    </dgm:pt>
    <dgm:pt modelId="{CF3591CC-8B7C-45E1-B080-2262A2E7AAD2}" type="sibTrans" cxnId="{BFC90896-7F6D-4262-A89F-6FADA9D5877A}">
      <dgm:prSet/>
      <dgm:spPr/>
      <dgm:t>
        <a:bodyPr/>
        <a:lstStyle/>
        <a:p>
          <a:endParaRPr lang="zh-CN" altLang="en-US"/>
        </a:p>
      </dgm:t>
    </dgm:pt>
    <dgm:pt modelId="{B865CA08-6B3D-4620-BFEB-D45256A783FB}">
      <dgm:prSet/>
      <dgm:spPr/>
      <dgm:t>
        <a:bodyPr/>
        <a:lstStyle/>
        <a:p>
          <a:r>
            <a:rPr lang="zh-CN" altLang="en-US" dirty="0">
              <a:effectLst/>
            </a:rPr>
            <a:t>磁阻式</a:t>
          </a:r>
          <a:endParaRPr lang="zh-CN" altLang="en-US" dirty="0"/>
        </a:p>
      </dgm:t>
    </dgm:pt>
    <dgm:pt modelId="{FB67DCCE-DE49-4ACA-A1A7-0CBC29167989}" type="parTrans" cxnId="{7E8CE459-0484-4D7B-9D72-E7B29CE2D663}">
      <dgm:prSet/>
      <dgm:spPr/>
      <dgm:t>
        <a:bodyPr/>
        <a:lstStyle/>
        <a:p>
          <a:endParaRPr lang="zh-CN" altLang="en-US"/>
        </a:p>
      </dgm:t>
    </dgm:pt>
    <dgm:pt modelId="{52CEE853-D7E8-43C0-9366-175928866557}" type="sibTrans" cxnId="{7E8CE459-0484-4D7B-9D72-E7B29CE2D663}">
      <dgm:prSet/>
      <dgm:spPr/>
      <dgm:t>
        <a:bodyPr/>
        <a:lstStyle/>
        <a:p>
          <a:endParaRPr lang="zh-CN" altLang="en-US"/>
        </a:p>
      </dgm:t>
    </dgm:pt>
    <dgm:pt modelId="{3C7E0D80-E6EE-4246-93B4-43509CA815E5}">
      <dgm:prSet/>
      <dgm:spPr/>
      <dgm:t>
        <a:bodyPr/>
        <a:lstStyle/>
        <a:p>
          <a:r>
            <a:rPr lang="zh-CN" altLang="en-US">
              <a:effectLst/>
            </a:rPr>
            <a:t>电容式</a:t>
          </a:r>
          <a:endParaRPr lang="zh-CN" altLang="en-US" dirty="0">
            <a:effectLst/>
          </a:endParaRPr>
        </a:p>
      </dgm:t>
    </dgm:pt>
    <dgm:pt modelId="{E56185AE-6CAF-41E5-947F-90AF3416E582}" type="parTrans" cxnId="{5388C67E-4B90-4C95-8C9B-2C997BEAED43}">
      <dgm:prSet/>
      <dgm:spPr/>
      <dgm:t>
        <a:bodyPr/>
        <a:lstStyle/>
        <a:p>
          <a:endParaRPr lang="zh-CN" altLang="en-US"/>
        </a:p>
      </dgm:t>
    </dgm:pt>
    <dgm:pt modelId="{640D1B4D-C762-48DF-BE26-795A6A89CE9C}" type="sibTrans" cxnId="{5388C67E-4B90-4C95-8C9B-2C997BEAED43}">
      <dgm:prSet/>
      <dgm:spPr/>
      <dgm:t>
        <a:bodyPr/>
        <a:lstStyle/>
        <a:p>
          <a:endParaRPr lang="zh-CN" altLang="en-US"/>
        </a:p>
      </dgm:t>
    </dgm:pt>
    <dgm:pt modelId="{159C342F-64E5-406B-A66A-A25DA86E25FC}" type="pres">
      <dgm:prSet presAssocID="{934E1AE1-002C-4509-866D-4FF012AD52F9}" presName="theList" presStyleCnt="0">
        <dgm:presLayoutVars>
          <dgm:dir/>
          <dgm:animLvl val="lvl"/>
          <dgm:resizeHandles val="exact"/>
        </dgm:presLayoutVars>
      </dgm:prSet>
      <dgm:spPr/>
    </dgm:pt>
    <dgm:pt modelId="{586867B0-2128-475D-9241-35D8896D78D4}" type="pres">
      <dgm:prSet presAssocID="{3A74DA94-A7C3-40DC-AB71-4217DAA55A3D}" presName="compNode" presStyleCnt="0"/>
      <dgm:spPr/>
    </dgm:pt>
    <dgm:pt modelId="{C55D0117-E32E-4F74-9676-5846C1A85DED}" type="pres">
      <dgm:prSet presAssocID="{3A74DA94-A7C3-40DC-AB71-4217DAA55A3D}" presName="aNode" presStyleLbl="bgShp" presStyleIdx="0" presStyleCnt="2" custScaleX="89638" custScaleY="88866"/>
      <dgm:spPr/>
    </dgm:pt>
    <dgm:pt modelId="{1751E178-C309-43B9-A175-D0FFBEC42723}" type="pres">
      <dgm:prSet presAssocID="{3A74DA94-A7C3-40DC-AB71-4217DAA55A3D}" presName="textNode" presStyleLbl="bgShp" presStyleIdx="0" presStyleCnt="2"/>
      <dgm:spPr/>
    </dgm:pt>
    <dgm:pt modelId="{D11166B7-2981-4ED0-906F-7362B13AAD00}" type="pres">
      <dgm:prSet presAssocID="{3A74DA94-A7C3-40DC-AB71-4217DAA55A3D}" presName="compChildNode" presStyleCnt="0"/>
      <dgm:spPr/>
    </dgm:pt>
    <dgm:pt modelId="{7A001E6E-7721-45C0-92E8-C4C457B7BD95}" type="pres">
      <dgm:prSet presAssocID="{3A74DA94-A7C3-40DC-AB71-4217DAA55A3D}" presName="theInnerList" presStyleCnt="0"/>
      <dgm:spPr/>
    </dgm:pt>
    <dgm:pt modelId="{0759E097-6A30-4EED-AF74-59F6B627B1F7}" type="pres">
      <dgm:prSet presAssocID="{CD2B4F0F-EBFF-4F6B-8912-9E9D0010B263}" presName="childNode" presStyleLbl="node1" presStyleIdx="0" presStyleCnt="7" custLinFactY="-14053" custLinFactNeighborY="-100000">
        <dgm:presLayoutVars>
          <dgm:bulletEnabled val="1"/>
        </dgm:presLayoutVars>
      </dgm:prSet>
      <dgm:spPr/>
    </dgm:pt>
    <dgm:pt modelId="{65FE1577-F877-4A13-9094-E5AAD157F55D}" type="pres">
      <dgm:prSet presAssocID="{CD2B4F0F-EBFF-4F6B-8912-9E9D0010B263}" presName="aSpace2" presStyleCnt="0"/>
      <dgm:spPr/>
    </dgm:pt>
    <dgm:pt modelId="{ED1185D1-4875-45DC-9205-BE01A28C68B2}" type="pres">
      <dgm:prSet presAssocID="{9903CE0C-E03D-4DD4-A96D-568342E8159E}" presName="childNode" presStyleLbl="node1" presStyleIdx="1" presStyleCnt="7" custLinFactY="-14053" custLinFactNeighborX="187" custLinFactNeighborY="-100000">
        <dgm:presLayoutVars>
          <dgm:bulletEnabled val="1"/>
        </dgm:presLayoutVars>
      </dgm:prSet>
      <dgm:spPr/>
    </dgm:pt>
    <dgm:pt modelId="{00D67F53-881E-4F3E-AF65-2DBC0960A382}" type="pres">
      <dgm:prSet presAssocID="{9903CE0C-E03D-4DD4-A96D-568342E8159E}" presName="aSpace2" presStyleCnt="0"/>
      <dgm:spPr/>
    </dgm:pt>
    <dgm:pt modelId="{15F9635E-7ABD-43CC-A1BA-179BC412CCEB}" type="pres">
      <dgm:prSet presAssocID="{840EA025-D98D-4AFE-8EE3-53A54148E0C9}" presName="childNode" presStyleLbl="node1" presStyleIdx="2" presStyleCnt="7" custScaleY="73955" custLinFactY="-14053" custLinFactNeighborY="-100000">
        <dgm:presLayoutVars>
          <dgm:bulletEnabled val="1"/>
        </dgm:presLayoutVars>
      </dgm:prSet>
      <dgm:spPr/>
    </dgm:pt>
    <dgm:pt modelId="{BB191258-42A4-41F2-AD70-14F27566FC6C}" type="pres">
      <dgm:prSet presAssocID="{3A74DA94-A7C3-40DC-AB71-4217DAA55A3D}" presName="aSpace" presStyleCnt="0"/>
      <dgm:spPr/>
    </dgm:pt>
    <dgm:pt modelId="{D1811BF2-BA30-4B2D-A0FA-8DF58F9D4C31}" type="pres">
      <dgm:prSet presAssocID="{3DCC4138-9247-4092-BDDC-83B0450FE963}" presName="compNode" presStyleCnt="0"/>
      <dgm:spPr/>
    </dgm:pt>
    <dgm:pt modelId="{F2E7C255-1D2F-44DE-A4C0-812E02AE456B}" type="pres">
      <dgm:prSet presAssocID="{3DCC4138-9247-4092-BDDC-83B0450FE963}" presName="aNode" presStyleLbl="bgShp" presStyleIdx="1" presStyleCnt="2" custScaleX="98514" custScaleY="88818"/>
      <dgm:spPr/>
    </dgm:pt>
    <dgm:pt modelId="{01BCB626-B85C-4885-B124-B86BF5CAA792}" type="pres">
      <dgm:prSet presAssocID="{3DCC4138-9247-4092-BDDC-83B0450FE963}" presName="textNode" presStyleLbl="bgShp" presStyleIdx="1" presStyleCnt="2"/>
      <dgm:spPr/>
    </dgm:pt>
    <dgm:pt modelId="{B0C14F56-184F-4B57-ABBC-D2C42758D63E}" type="pres">
      <dgm:prSet presAssocID="{3DCC4138-9247-4092-BDDC-83B0450FE963}" presName="compChildNode" presStyleCnt="0"/>
      <dgm:spPr/>
    </dgm:pt>
    <dgm:pt modelId="{A3532BD9-79E4-49E0-BB47-80746067F965}" type="pres">
      <dgm:prSet presAssocID="{3DCC4138-9247-4092-BDDC-83B0450FE963}" presName="theInnerList" presStyleCnt="0"/>
      <dgm:spPr/>
    </dgm:pt>
    <dgm:pt modelId="{305C17EC-47A0-4BAD-AE0A-08CC9F25E61C}" type="pres">
      <dgm:prSet presAssocID="{29FC058E-4213-481F-8B78-F56BB33684DE}" presName="childNode" presStyleLbl="node1" presStyleIdx="3" presStyleCnt="7" custLinFactY="-25618" custLinFactNeighborX="-184" custLinFactNeighborY="-100000">
        <dgm:presLayoutVars>
          <dgm:bulletEnabled val="1"/>
        </dgm:presLayoutVars>
      </dgm:prSet>
      <dgm:spPr/>
    </dgm:pt>
    <dgm:pt modelId="{6CD0382C-83DE-48B9-8213-F03FD3E7FA8E}" type="pres">
      <dgm:prSet presAssocID="{29FC058E-4213-481F-8B78-F56BB33684DE}" presName="aSpace2" presStyleCnt="0"/>
      <dgm:spPr/>
    </dgm:pt>
    <dgm:pt modelId="{5C9295BB-662F-4C4D-8530-C082E0996B3F}" type="pres">
      <dgm:prSet presAssocID="{D5B944F5-90A7-4691-A1D7-CAC7693E75E9}" presName="childNode" presStyleLbl="node1" presStyleIdx="4" presStyleCnt="7" custLinFactY="-25618" custLinFactNeighborX="-184" custLinFactNeighborY="-100000">
        <dgm:presLayoutVars>
          <dgm:bulletEnabled val="1"/>
        </dgm:presLayoutVars>
      </dgm:prSet>
      <dgm:spPr/>
    </dgm:pt>
    <dgm:pt modelId="{BFDCEB3F-DBB9-4B3C-8D74-30DEA8AC31AF}" type="pres">
      <dgm:prSet presAssocID="{D5B944F5-90A7-4691-A1D7-CAC7693E75E9}" presName="aSpace2" presStyleCnt="0"/>
      <dgm:spPr/>
    </dgm:pt>
    <dgm:pt modelId="{F66387D1-0027-46A2-9BA1-797D3DD919C9}" type="pres">
      <dgm:prSet presAssocID="{B865CA08-6B3D-4620-BFEB-D45256A783FB}" presName="childNode" presStyleLbl="node1" presStyleIdx="5" presStyleCnt="7" custLinFactY="-25618" custLinFactNeighborX="-184" custLinFactNeighborY="-100000">
        <dgm:presLayoutVars>
          <dgm:bulletEnabled val="1"/>
        </dgm:presLayoutVars>
      </dgm:prSet>
      <dgm:spPr/>
    </dgm:pt>
    <dgm:pt modelId="{C3F1F6C8-52BE-4A50-BF44-9E0E94AA5E4C}" type="pres">
      <dgm:prSet presAssocID="{B865CA08-6B3D-4620-BFEB-D45256A783FB}" presName="aSpace2" presStyleCnt="0"/>
      <dgm:spPr/>
    </dgm:pt>
    <dgm:pt modelId="{5843D6B3-E251-41B0-88ED-A30EB1851922}" type="pres">
      <dgm:prSet presAssocID="{3C7E0D80-E6EE-4246-93B4-43509CA815E5}" presName="childNode" presStyleLbl="node1" presStyleIdx="6" presStyleCnt="7" custLinFactY="-25618" custLinFactNeighborX="-184" custLinFactNeighborY="-100000">
        <dgm:presLayoutVars>
          <dgm:bulletEnabled val="1"/>
        </dgm:presLayoutVars>
      </dgm:prSet>
      <dgm:spPr/>
    </dgm:pt>
  </dgm:ptLst>
  <dgm:cxnLst>
    <dgm:cxn modelId="{EBF74C21-B2D3-4CB2-9B23-BE0989B91D44}" type="presOf" srcId="{934E1AE1-002C-4509-866D-4FF012AD52F9}" destId="{159C342F-64E5-406B-A66A-A25DA86E25FC}" srcOrd="0" destOrd="0" presId="urn:microsoft.com/office/officeart/2005/8/layout/lProcess2"/>
    <dgm:cxn modelId="{BD9C6824-411D-459B-BE95-497B4EEC16F6}" srcId="{3DCC4138-9247-4092-BDDC-83B0450FE963}" destId="{D5B944F5-90A7-4691-A1D7-CAC7693E75E9}" srcOrd="1" destOrd="0" parTransId="{F37D1AEC-C6D3-46EC-B84D-A0A644CAC7DA}" sibTransId="{8CF8DFC5-AC40-4DED-B26A-06096CFF26FE}"/>
    <dgm:cxn modelId="{B1F6F630-B03D-4653-A571-BE059E93461D}" type="presOf" srcId="{3DCC4138-9247-4092-BDDC-83B0450FE963}" destId="{01BCB626-B85C-4885-B124-B86BF5CAA792}" srcOrd="1" destOrd="0" presId="urn:microsoft.com/office/officeart/2005/8/layout/lProcess2"/>
    <dgm:cxn modelId="{1FFA093D-5453-434C-A5BF-06B7C3B79178}" type="presOf" srcId="{B865CA08-6B3D-4620-BFEB-D45256A783FB}" destId="{F66387D1-0027-46A2-9BA1-797D3DD919C9}" srcOrd="0" destOrd="0" presId="urn:microsoft.com/office/officeart/2005/8/layout/lProcess2"/>
    <dgm:cxn modelId="{B84E1C5C-557F-429F-A963-D84CD2169A75}" type="presOf" srcId="{9903CE0C-E03D-4DD4-A96D-568342E8159E}" destId="{ED1185D1-4875-45DC-9205-BE01A28C68B2}" srcOrd="0" destOrd="0" presId="urn:microsoft.com/office/officeart/2005/8/layout/lProcess2"/>
    <dgm:cxn modelId="{285D2E64-0458-48BD-BC59-E6BAEA89DB48}" srcId="{3A74DA94-A7C3-40DC-AB71-4217DAA55A3D}" destId="{CD2B4F0F-EBFF-4F6B-8912-9E9D0010B263}" srcOrd="0" destOrd="0" parTransId="{E16B12E8-9189-48A9-AB89-F8B3EA18AEBD}" sibTransId="{29476DF1-CBB2-4D64-AD75-75228BE7F634}"/>
    <dgm:cxn modelId="{34437B72-C9B1-4792-96F5-A2216A40ACD9}" type="presOf" srcId="{3DCC4138-9247-4092-BDDC-83B0450FE963}" destId="{F2E7C255-1D2F-44DE-A4C0-812E02AE456B}" srcOrd="0" destOrd="0" presId="urn:microsoft.com/office/officeart/2005/8/layout/lProcess2"/>
    <dgm:cxn modelId="{7E8CE459-0484-4D7B-9D72-E7B29CE2D663}" srcId="{3DCC4138-9247-4092-BDDC-83B0450FE963}" destId="{B865CA08-6B3D-4620-BFEB-D45256A783FB}" srcOrd="2" destOrd="0" parTransId="{FB67DCCE-DE49-4ACA-A1A7-0CBC29167989}" sibTransId="{52CEE853-D7E8-43C0-9366-175928866557}"/>
    <dgm:cxn modelId="{B012AA7D-6F11-4610-8004-D18AE025A051}" srcId="{3DCC4138-9247-4092-BDDC-83B0450FE963}" destId="{29FC058E-4213-481F-8B78-F56BB33684DE}" srcOrd="0" destOrd="0" parTransId="{74FF262B-57D8-42B2-96F2-3ABC918B62F2}" sibTransId="{E5E56181-2AC7-4FEB-8791-6839DA76AB38}"/>
    <dgm:cxn modelId="{5388C67E-4B90-4C95-8C9B-2C997BEAED43}" srcId="{3DCC4138-9247-4092-BDDC-83B0450FE963}" destId="{3C7E0D80-E6EE-4246-93B4-43509CA815E5}" srcOrd="3" destOrd="0" parTransId="{E56185AE-6CAF-41E5-947F-90AF3416E582}" sibTransId="{640D1B4D-C762-48DF-BE26-795A6A89CE9C}"/>
    <dgm:cxn modelId="{C489AF80-05E1-48B1-B973-B7B253C7FFDE}" srcId="{934E1AE1-002C-4509-866D-4FF012AD52F9}" destId="{3A74DA94-A7C3-40DC-AB71-4217DAA55A3D}" srcOrd="0" destOrd="0" parTransId="{707B97FB-4023-45DA-95B2-96FD01EDDCB3}" sibTransId="{5CC843D1-32EB-4A03-A323-8AC27A22E1F1}"/>
    <dgm:cxn modelId="{3B9CDE82-B605-4AC4-AFD3-288D7A49190C}" srcId="{3A74DA94-A7C3-40DC-AB71-4217DAA55A3D}" destId="{9903CE0C-E03D-4DD4-A96D-568342E8159E}" srcOrd="1" destOrd="0" parTransId="{66A268EA-7648-45F1-B49D-3E373D9166A9}" sibTransId="{8718A910-FFF6-49A6-84F4-E246BF6DDAE8}"/>
    <dgm:cxn modelId="{9AB1DD84-27AA-4ABA-98A4-54DDDBD1BB89}" type="presOf" srcId="{3A74DA94-A7C3-40DC-AB71-4217DAA55A3D}" destId="{1751E178-C309-43B9-A175-D0FFBEC42723}" srcOrd="1" destOrd="0" presId="urn:microsoft.com/office/officeart/2005/8/layout/lProcess2"/>
    <dgm:cxn modelId="{32976286-7D89-4BA4-BF49-B9ECBFD348CD}" type="presOf" srcId="{3A74DA94-A7C3-40DC-AB71-4217DAA55A3D}" destId="{C55D0117-E32E-4F74-9676-5846C1A85DED}" srcOrd="0" destOrd="0" presId="urn:microsoft.com/office/officeart/2005/8/layout/lProcess2"/>
    <dgm:cxn modelId="{BFC90896-7F6D-4262-A89F-6FADA9D5877A}" srcId="{3A74DA94-A7C3-40DC-AB71-4217DAA55A3D}" destId="{840EA025-D98D-4AFE-8EE3-53A54148E0C9}" srcOrd="2" destOrd="0" parTransId="{2F4721DC-EA92-45E3-AC75-BB83B36063B5}" sibTransId="{CF3591CC-8B7C-45E1-B080-2262A2E7AAD2}"/>
    <dgm:cxn modelId="{E31CD498-07A8-4001-8D4E-31822E51538F}" srcId="{934E1AE1-002C-4509-866D-4FF012AD52F9}" destId="{3DCC4138-9247-4092-BDDC-83B0450FE963}" srcOrd="1" destOrd="0" parTransId="{5327EE44-B43D-49BA-AABF-46005BB50F5E}" sibTransId="{E81BA879-54ED-444D-A82A-84DC7FDCDD16}"/>
    <dgm:cxn modelId="{0A53849F-3727-4C63-B92A-B330DEC0BB42}" type="presOf" srcId="{840EA025-D98D-4AFE-8EE3-53A54148E0C9}" destId="{15F9635E-7ABD-43CC-A1BA-179BC412CCEB}" srcOrd="0" destOrd="0" presId="urn:microsoft.com/office/officeart/2005/8/layout/lProcess2"/>
    <dgm:cxn modelId="{6A3C3CB1-6916-4F58-954D-7162C78B5DF2}" type="presOf" srcId="{3C7E0D80-E6EE-4246-93B4-43509CA815E5}" destId="{5843D6B3-E251-41B0-88ED-A30EB1851922}" srcOrd="0" destOrd="0" presId="urn:microsoft.com/office/officeart/2005/8/layout/lProcess2"/>
    <dgm:cxn modelId="{1DFB6DC8-6DE3-4FF4-84E8-76F8AFCFAFD2}" type="presOf" srcId="{29FC058E-4213-481F-8B78-F56BB33684DE}" destId="{305C17EC-47A0-4BAD-AE0A-08CC9F25E61C}" srcOrd="0" destOrd="0" presId="urn:microsoft.com/office/officeart/2005/8/layout/lProcess2"/>
    <dgm:cxn modelId="{ACA8B2CB-557D-4DFD-B6D8-B2F2C64BF647}" type="presOf" srcId="{D5B944F5-90A7-4691-A1D7-CAC7693E75E9}" destId="{5C9295BB-662F-4C4D-8530-C082E0996B3F}" srcOrd="0" destOrd="0" presId="urn:microsoft.com/office/officeart/2005/8/layout/lProcess2"/>
    <dgm:cxn modelId="{E0112FEE-AF8D-4F3B-9E9F-C9FF1DAD90C3}" type="presOf" srcId="{CD2B4F0F-EBFF-4F6B-8912-9E9D0010B263}" destId="{0759E097-6A30-4EED-AF74-59F6B627B1F7}" srcOrd="0" destOrd="0" presId="urn:microsoft.com/office/officeart/2005/8/layout/lProcess2"/>
    <dgm:cxn modelId="{88208FB2-1EB3-433D-B78F-355A539CB0C4}" type="presParOf" srcId="{159C342F-64E5-406B-A66A-A25DA86E25FC}" destId="{586867B0-2128-475D-9241-35D8896D78D4}" srcOrd="0" destOrd="0" presId="urn:microsoft.com/office/officeart/2005/8/layout/lProcess2"/>
    <dgm:cxn modelId="{0B3116A9-E28C-4597-9986-BF6DF4038974}" type="presParOf" srcId="{586867B0-2128-475D-9241-35D8896D78D4}" destId="{C55D0117-E32E-4F74-9676-5846C1A85DED}" srcOrd="0" destOrd="0" presId="urn:microsoft.com/office/officeart/2005/8/layout/lProcess2"/>
    <dgm:cxn modelId="{E2C5D8DE-72E6-4882-9D7A-F0207D5CC81E}" type="presParOf" srcId="{586867B0-2128-475D-9241-35D8896D78D4}" destId="{1751E178-C309-43B9-A175-D0FFBEC42723}" srcOrd="1" destOrd="0" presId="urn:microsoft.com/office/officeart/2005/8/layout/lProcess2"/>
    <dgm:cxn modelId="{C2402493-3096-4B53-9382-F04A6E0B97A9}" type="presParOf" srcId="{586867B0-2128-475D-9241-35D8896D78D4}" destId="{D11166B7-2981-4ED0-906F-7362B13AAD00}" srcOrd="2" destOrd="0" presId="urn:microsoft.com/office/officeart/2005/8/layout/lProcess2"/>
    <dgm:cxn modelId="{FF491FD9-0B5E-4C07-8DAE-DA681C9AB3A2}" type="presParOf" srcId="{D11166B7-2981-4ED0-906F-7362B13AAD00}" destId="{7A001E6E-7721-45C0-92E8-C4C457B7BD95}" srcOrd="0" destOrd="0" presId="urn:microsoft.com/office/officeart/2005/8/layout/lProcess2"/>
    <dgm:cxn modelId="{6962E62D-36BE-4187-8101-577B113DA03D}" type="presParOf" srcId="{7A001E6E-7721-45C0-92E8-C4C457B7BD95}" destId="{0759E097-6A30-4EED-AF74-59F6B627B1F7}" srcOrd="0" destOrd="0" presId="urn:microsoft.com/office/officeart/2005/8/layout/lProcess2"/>
    <dgm:cxn modelId="{1EE9ADC3-0130-4AC2-818F-DB54C8AA376D}" type="presParOf" srcId="{7A001E6E-7721-45C0-92E8-C4C457B7BD95}" destId="{65FE1577-F877-4A13-9094-E5AAD157F55D}" srcOrd="1" destOrd="0" presId="urn:microsoft.com/office/officeart/2005/8/layout/lProcess2"/>
    <dgm:cxn modelId="{AB69D966-84DE-4CFE-A9DC-B20EEC85E784}" type="presParOf" srcId="{7A001E6E-7721-45C0-92E8-C4C457B7BD95}" destId="{ED1185D1-4875-45DC-9205-BE01A28C68B2}" srcOrd="2" destOrd="0" presId="urn:microsoft.com/office/officeart/2005/8/layout/lProcess2"/>
    <dgm:cxn modelId="{C6347898-8ABE-4E24-A1BE-2B307011E980}" type="presParOf" srcId="{7A001E6E-7721-45C0-92E8-C4C457B7BD95}" destId="{00D67F53-881E-4F3E-AF65-2DBC0960A382}" srcOrd="3" destOrd="0" presId="urn:microsoft.com/office/officeart/2005/8/layout/lProcess2"/>
    <dgm:cxn modelId="{F4DCEE03-8CE3-4500-BB61-DA051009D7F1}" type="presParOf" srcId="{7A001E6E-7721-45C0-92E8-C4C457B7BD95}" destId="{15F9635E-7ABD-43CC-A1BA-179BC412CCEB}" srcOrd="4" destOrd="0" presId="urn:microsoft.com/office/officeart/2005/8/layout/lProcess2"/>
    <dgm:cxn modelId="{D7838C95-BB3E-4F27-BCC4-DB72CDB4AEED}" type="presParOf" srcId="{159C342F-64E5-406B-A66A-A25DA86E25FC}" destId="{BB191258-42A4-41F2-AD70-14F27566FC6C}" srcOrd="1" destOrd="0" presId="urn:microsoft.com/office/officeart/2005/8/layout/lProcess2"/>
    <dgm:cxn modelId="{5AC99A45-680C-4598-9727-07A76AE6C20A}" type="presParOf" srcId="{159C342F-64E5-406B-A66A-A25DA86E25FC}" destId="{D1811BF2-BA30-4B2D-A0FA-8DF58F9D4C31}" srcOrd="2" destOrd="0" presId="urn:microsoft.com/office/officeart/2005/8/layout/lProcess2"/>
    <dgm:cxn modelId="{7DF500AD-D38A-4B3E-B8AB-2FA4E4811D40}" type="presParOf" srcId="{D1811BF2-BA30-4B2D-A0FA-8DF58F9D4C31}" destId="{F2E7C255-1D2F-44DE-A4C0-812E02AE456B}" srcOrd="0" destOrd="0" presId="urn:microsoft.com/office/officeart/2005/8/layout/lProcess2"/>
    <dgm:cxn modelId="{BBE6C5CE-A1EB-4B1C-BF44-654F077A2A74}" type="presParOf" srcId="{D1811BF2-BA30-4B2D-A0FA-8DF58F9D4C31}" destId="{01BCB626-B85C-4885-B124-B86BF5CAA792}" srcOrd="1" destOrd="0" presId="urn:microsoft.com/office/officeart/2005/8/layout/lProcess2"/>
    <dgm:cxn modelId="{0CBDA2B7-DCE5-4425-9AD4-88A5081153EF}" type="presParOf" srcId="{D1811BF2-BA30-4B2D-A0FA-8DF58F9D4C31}" destId="{B0C14F56-184F-4B57-ABBC-D2C42758D63E}" srcOrd="2" destOrd="0" presId="urn:microsoft.com/office/officeart/2005/8/layout/lProcess2"/>
    <dgm:cxn modelId="{34E57D69-62F0-4CE3-B13F-F0500807D08A}" type="presParOf" srcId="{B0C14F56-184F-4B57-ABBC-D2C42758D63E}" destId="{A3532BD9-79E4-49E0-BB47-80746067F965}" srcOrd="0" destOrd="0" presId="urn:microsoft.com/office/officeart/2005/8/layout/lProcess2"/>
    <dgm:cxn modelId="{3B63A991-F0FB-439D-99BC-0EBED490F653}" type="presParOf" srcId="{A3532BD9-79E4-49E0-BB47-80746067F965}" destId="{305C17EC-47A0-4BAD-AE0A-08CC9F25E61C}" srcOrd="0" destOrd="0" presId="urn:microsoft.com/office/officeart/2005/8/layout/lProcess2"/>
    <dgm:cxn modelId="{E76162BC-BC85-4F9F-A307-B51DFBA631A1}" type="presParOf" srcId="{A3532BD9-79E4-49E0-BB47-80746067F965}" destId="{6CD0382C-83DE-48B9-8213-F03FD3E7FA8E}" srcOrd="1" destOrd="0" presId="urn:microsoft.com/office/officeart/2005/8/layout/lProcess2"/>
    <dgm:cxn modelId="{0C4C8728-0453-459D-8AA5-16EBD6B8F3F4}" type="presParOf" srcId="{A3532BD9-79E4-49E0-BB47-80746067F965}" destId="{5C9295BB-662F-4C4D-8530-C082E0996B3F}" srcOrd="2" destOrd="0" presId="urn:microsoft.com/office/officeart/2005/8/layout/lProcess2"/>
    <dgm:cxn modelId="{495DD133-F48A-4A52-9262-90DCC3AE3323}" type="presParOf" srcId="{A3532BD9-79E4-49E0-BB47-80746067F965}" destId="{BFDCEB3F-DBB9-4B3C-8D74-30DEA8AC31AF}" srcOrd="3" destOrd="0" presId="urn:microsoft.com/office/officeart/2005/8/layout/lProcess2"/>
    <dgm:cxn modelId="{BFF539A9-0AC9-472E-974A-B978777F5012}" type="presParOf" srcId="{A3532BD9-79E4-49E0-BB47-80746067F965}" destId="{F66387D1-0027-46A2-9BA1-797D3DD919C9}" srcOrd="4" destOrd="0" presId="urn:microsoft.com/office/officeart/2005/8/layout/lProcess2"/>
    <dgm:cxn modelId="{98853E28-9E98-4731-9C09-4C84A9B8B33B}" type="presParOf" srcId="{A3532BD9-79E4-49E0-BB47-80746067F965}" destId="{C3F1F6C8-52BE-4A50-BF44-9E0E94AA5E4C}" srcOrd="5" destOrd="0" presId="urn:microsoft.com/office/officeart/2005/8/layout/lProcess2"/>
    <dgm:cxn modelId="{41CD9F5F-DB87-443B-9320-365E45369DC8}" type="presParOf" srcId="{A3532BD9-79E4-49E0-BB47-80746067F965}" destId="{5843D6B3-E251-41B0-88ED-A30EB1851922}" srcOrd="6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55D0117-E32E-4F74-9676-5846C1A85DED}">
      <dsp:nvSpPr>
        <dsp:cNvPr id="0" name=""/>
        <dsp:cNvSpPr/>
      </dsp:nvSpPr>
      <dsp:spPr>
        <a:xfrm>
          <a:off x="1381" y="155090"/>
          <a:ext cx="1750166" cy="2607566"/>
        </a:xfrm>
        <a:prstGeom prst="roundRect">
          <a:avLst>
            <a:gd name="adj" fmla="val 10000"/>
          </a:avLst>
        </a:prstGeom>
        <a:solidFill>
          <a:srgbClr val="B0C4D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600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b="0" kern="1200" dirty="0">
              <a:solidFill>
                <a:schemeClr val="tx1"/>
              </a:solidFill>
              <a:effectLst/>
            </a:rPr>
            <a:t>检测能力</a:t>
          </a:r>
          <a:endParaRPr lang="zh-CN" altLang="en-US" sz="2000" kern="1200" dirty="0">
            <a:solidFill>
              <a:schemeClr val="tx1"/>
            </a:solidFill>
          </a:endParaRPr>
        </a:p>
      </dsp:txBody>
      <dsp:txXfrm>
        <a:off x="1381" y="155090"/>
        <a:ext cx="1750166" cy="782269"/>
      </dsp:txXfrm>
    </dsp:sp>
    <dsp:sp modelId="{0759E097-6A30-4EED-AF74-59F6B627B1F7}">
      <dsp:nvSpPr>
        <dsp:cNvPr id="0" name=""/>
        <dsp:cNvSpPr/>
      </dsp:nvSpPr>
      <dsp:spPr>
        <a:xfrm>
          <a:off x="95471" y="687910"/>
          <a:ext cx="1561986" cy="6258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800" kern="1200" dirty="0">
              <a:effectLst/>
            </a:rPr>
            <a:t>增量式</a:t>
          </a:r>
          <a:endParaRPr lang="en-US" altLang="zh-CN" sz="1800" kern="1200" dirty="0">
            <a:effectLst/>
          </a:endParaRPr>
        </a:p>
        <a:p>
          <a:pPr marL="0" lvl="0" indent="0" algn="ctr" defTabSz="8001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600" kern="1200" dirty="0">
              <a:effectLst/>
            </a:rPr>
            <a:t>（</a:t>
          </a:r>
          <a:r>
            <a:rPr lang="en-US" altLang="zh-CN" sz="1600" kern="1200" dirty="0">
              <a:effectLst/>
            </a:rPr>
            <a:t>Incremental</a:t>
          </a:r>
          <a:r>
            <a:rPr lang="zh-CN" altLang="en-US" sz="1600" kern="1200" dirty="0">
              <a:effectLst/>
            </a:rPr>
            <a:t>）</a:t>
          </a:r>
          <a:endParaRPr lang="zh-CN" altLang="en-US" sz="1600" kern="1200" dirty="0"/>
        </a:p>
      </dsp:txBody>
      <dsp:txXfrm>
        <a:off x="113801" y="706240"/>
        <a:ext cx="1525326" cy="589164"/>
      </dsp:txXfrm>
    </dsp:sp>
    <dsp:sp modelId="{ED1185D1-4875-45DC-9205-BE01A28C68B2}">
      <dsp:nvSpPr>
        <dsp:cNvPr id="0" name=""/>
        <dsp:cNvSpPr/>
      </dsp:nvSpPr>
      <dsp:spPr>
        <a:xfrm>
          <a:off x="98392" y="1410015"/>
          <a:ext cx="1561986" cy="625824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34290" rIns="45720" bIns="34290" numCol="1" spcCol="1270" anchor="ctr" anchorCtr="0">
          <a:noAutofit/>
        </a:bodyPr>
        <a:lstStyle/>
        <a:p>
          <a:pPr marL="0" lvl="0" indent="0" algn="ctr" defTabSz="800100">
            <a:lnSpc>
              <a:spcPct val="80000"/>
            </a:lnSpc>
            <a:spcBef>
              <a:spcPct val="0"/>
            </a:spcBef>
            <a:spcAft>
              <a:spcPts val="0"/>
            </a:spcAft>
            <a:buNone/>
          </a:pPr>
          <a:r>
            <a:rPr lang="zh-CN" altLang="en-US" sz="1800" kern="1200" dirty="0">
              <a:effectLst/>
            </a:rPr>
            <a:t>单圈绝对值式</a:t>
          </a:r>
          <a:r>
            <a:rPr lang="zh-CN" altLang="en-US" sz="1600" kern="1200" dirty="0">
              <a:effectLst/>
            </a:rPr>
            <a:t>（</a:t>
          </a:r>
          <a:r>
            <a:rPr lang="en-US" altLang="zh-CN" sz="1600" kern="1200" dirty="0">
              <a:effectLst/>
            </a:rPr>
            <a:t>Absolute</a:t>
          </a:r>
          <a:r>
            <a:rPr lang="zh-CN" altLang="en-US" sz="1600" kern="1200" dirty="0">
              <a:effectLst/>
            </a:rPr>
            <a:t>）</a:t>
          </a:r>
          <a:endParaRPr lang="zh-CN" altLang="en-US" sz="1600" kern="1200" dirty="0"/>
        </a:p>
      </dsp:txBody>
      <dsp:txXfrm>
        <a:off x="116722" y="1428345"/>
        <a:ext cx="1525326" cy="589164"/>
      </dsp:txXfrm>
    </dsp:sp>
    <dsp:sp modelId="{15F9635E-7ABD-43CC-A1BA-179BC412CCEB}">
      <dsp:nvSpPr>
        <dsp:cNvPr id="0" name=""/>
        <dsp:cNvSpPr/>
      </dsp:nvSpPr>
      <dsp:spPr>
        <a:xfrm>
          <a:off x="95471" y="2132120"/>
          <a:ext cx="1561986" cy="462828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effectLst/>
            </a:rPr>
            <a:t>多圈绝对值式</a:t>
          </a:r>
        </a:p>
      </dsp:txBody>
      <dsp:txXfrm>
        <a:off x="109027" y="2145676"/>
        <a:ext cx="1534874" cy="435716"/>
      </dsp:txXfrm>
    </dsp:sp>
    <dsp:sp modelId="{F2E7C255-1D2F-44DE-A4C0-812E02AE456B}">
      <dsp:nvSpPr>
        <dsp:cNvPr id="0" name=""/>
        <dsp:cNvSpPr/>
      </dsp:nvSpPr>
      <dsp:spPr>
        <a:xfrm>
          <a:off x="1897983" y="155419"/>
          <a:ext cx="1923468" cy="2606158"/>
        </a:xfrm>
        <a:prstGeom prst="roundRect">
          <a:avLst>
            <a:gd name="adj" fmla="val 10000"/>
          </a:avLst>
        </a:prstGeom>
        <a:solidFill>
          <a:srgbClr val="B0C4DD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3600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000" kern="1200" dirty="0"/>
            <a:t>传感器形式</a:t>
          </a:r>
        </a:p>
      </dsp:txBody>
      <dsp:txXfrm>
        <a:off x="1897983" y="155419"/>
        <a:ext cx="1923468" cy="781847"/>
      </dsp:txXfrm>
    </dsp:sp>
    <dsp:sp modelId="{305C17EC-47A0-4BAD-AE0A-08CC9F25E61C}">
      <dsp:nvSpPr>
        <dsp:cNvPr id="0" name=""/>
        <dsp:cNvSpPr/>
      </dsp:nvSpPr>
      <dsp:spPr>
        <a:xfrm>
          <a:off x="2075851" y="696447"/>
          <a:ext cx="1561986" cy="427460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/>
            <a:t>光电式</a:t>
          </a:r>
        </a:p>
      </dsp:txBody>
      <dsp:txXfrm>
        <a:off x="2088371" y="708967"/>
        <a:ext cx="1536946" cy="402420"/>
      </dsp:txXfrm>
    </dsp:sp>
    <dsp:sp modelId="{5C9295BB-662F-4C4D-8530-C082E0996B3F}">
      <dsp:nvSpPr>
        <dsp:cNvPr id="0" name=""/>
        <dsp:cNvSpPr/>
      </dsp:nvSpPr>
      <dsp:spPr>
        <a:xfrm>
          <a:off x="2075851" y="1189670"/>
          <a:ext cx="1561986" cy="427460"/>
        </a:xfrm>
        <a:prstGeom prst="roundRect">
          <a:avLst>
            <a:gd name="adj" fmla="val 10000"/>
          </a:avLst>
        </a:prstGeom>
        <a:solidFill>
          <a:srgbClr val="C00000"/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effectLst/>
            </a:rPr>
            <a:t>霍尔式</a:t>
          </a:r>
          <a:endParaRPr lang="zh-CN" altLang="en-US" sz="1600" kern="1200" dirty="0"/>
        </a:p>
      </dsp:txBody>
      <dsp:txXfrm>
        <a:off x="2088371" y="1202190"/>
        <a:ext cx="1536946" cy="402420"/>
      </dsp:txXfrm>
    </dsp:sp>
    <dsp:sp modelId="{F66387D1-0027-46A2-9BA1-797D3DD919C9}">
      <dsp:nvSpPr>
        <dsp:cNvPr id="0" name=""/>
        <dsp:cNvSpPr/>
      </dsp:nvSpPr>
      <dsp:spPr>
        <a:xfrm>
          <a:off x="2075851" y="1682894"/>
          <a:ext cx="1561986" cy="4274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 dirty="0">
              <a:effectLst/>
            </a:rPr>
            <a:t>磁阻式</a:t>
          </a:r>
          <a:endParaRPr lang="zh-CN" altLang="en-US" sz="1600" kern="1200" dirty="0"/>
        </a:p>
      </dsp:txBody>
      <dsp:txXfrm>
        <a:off x="2088371" y="1695414"/>
        <a:ext cx="1536946" cy="402420"/>
      </dsp:txXfrm>
    </dsp:sp>
    <dsp:sp modelId="{5843D6B3-E251-41B0-88ED-A30EB1851922}">
      <dsp:nvSpPr>
        <dsp:cNvPr id="0" name=""/>
        <dsp:cNvSpPr/>
      </dsp:nvSpPr>
      <dsp:spPr>
        <a:xfrm>
          <a:off x="2075851" y="2176117"/>
          <a:ext cx="1561986" cy="427460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30480" rIns="40640" bIns="3048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600" kern="1200">
              <a:effectLst/>
            </a:rPr>
            <a:t>电容式</a:t>
          </a:r>
          <a:endParaRPr lang="zh-CN" altLang="en-US" sz="1600" kern="1200" dirty="0">
            <a:effectLst/>
          </a:endParaRPr>
        </a:p>
      </dsp:txBody>
      <dsp:txXfrm>
        <a:off x="2088371" y="2188637"/>
        <a:ext cx="1536946" cy="4024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DAFD2-F48B-4EC9-A74C-12023D45BD3E}" type="datetimeFigureOut">
              <a:rPr lang="zh-CN" altLang="en-US" smtClean="0"/>
              <a:t>2025/5/13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23CE36-1D9E-41C7-B72F-5F3422854BF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15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gradFill>
          <a:gsLst>
            <a:gs pos="0">
              <a:srgbClr val="A0ACC3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91500">
              <a:srgbClr val="B797A0"/>
            </a:gs>
            <a:gs pos="100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F5A93150-871A-40C3-92F8-BC1095038849}"/>
              </a:ext>
            </a:extLst>
          </p:cNvPr>
          <p:cNvSpPr txBox="1"/>
          <p:nvPr userDrawn="1"/>
        </p:nvSpPr>
        <p:spPr>
          <a:xfrm>
            <a:off x="1309686" y="1513114"/>
            <a:ext cx="9580711" cy="92333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ctr" defTabSz="514350" rtl="0" eaLnBrk="1" fontAlgn="auto" latinLnBrk="0" hangingPunct="1">
              <a:lnSpc>
                <a:spcPct val="90000"/>
              </a:lnSpc>
              <a:spcBef>
                <a:spcPts val="563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机电系统原理及实践</a:t>
            </a:r>
          </a:p>
        </p:txBody>
      </p:sp>
      <p:pic>
        <p:nvPicPr>
          <p:cNvPr id="14" name="Picture 6" descr="fudan4"/>
          <p:cNvPicPr>
            <a:picLocks noChangeArrowheads="1"/>
          </p:cNvPicPr>
          <p:nvPr/>
        </p:nvPicPr>
        <p:blipFill>
          <a:blip r:embed="rId3">
            <a:lum bright="6000" contras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379412"/>
            <a:ext cx="649287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文本占位符 4"/>
          <p:cNvSpPr txBox="1">
            <a:spLocks/>
          </p:cNvSpPr>
          <p:nvPr/>
        </p:nvSpPr>
        <p:spPr>
          <a:xfrm>
            <a:off x="839417" y="5600683"/>
            <a:ext cx="5568951" cy="29627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200" b="0" kern="1200" smtClean="0">
                <a:solidFill>
                  <a:schemeClr val="tx1">
                    <a:lumMod val="90000"/>
                    <a:lumOff val="10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机电智控实验室 唐国安 郭明旻 编写</a:t>
            </a:r>
          </a:p>
        </p:txBody>
      </p:sp>
      <p:sp>
        <p:nvSpPr>
          <p:cNvPr id="22" name="文本占位符 5"/>
          <p:cNvSpPr txBox="1">
            <a:spLocks/>
          </p:cNvSpPr>
          <p:nvPr/>
        </p:nvSpPr>
        <p:spPr>
          <a:xfrm>
            <a:off x="839417" y="5818397"/>
            <a:ext cx="5568951" cy="29627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200" b="0" kern="1200" smtClean="0">
                <a:solidFill>
                  <a:schemeClr val="tx1">
                    <a:lumMod val="90000"/>
                    <a:lumOff val="10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tangguoan@fudan.edu.cn	    </a:t>
            </a:r>
            <a:r>
              <a:rPr 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mmguo@fudan.edu.cn</a:t>
            </a:r>
            <a:endParaRPr lang="en-US" altLang="zh-CN" sz="1400" dirty="0">
              <a:latin typeface="Times New Roman" panose="02020603050405020304" pitchFamily="18" charset="0"/>
              <a:ea typeface="微软雅黑" panose="020B0503020204020204" pitchFamily="34" charset="-122"/>
              <a:cs typeface="+mn-ea"/>
              <a:sym typeface="Times New Roman" panose="02020603050405020304" pitchFamily="18" charset="0"/>
            </a:endParaRPr>
          </a:p>
        </p:txBody>
      </p:sp>
      <p:sp>
        <p:nvSpPr>
          <p:cNvPr id="28" name="文本占位符 26"/>
          <p:cNvSpPr>
            <a:spLocks noGrp="1"/>
          </p:cNvSpPr>
          <p:nvPr>
            <p:ph type="body" sz="quarter" idx="13" hasCustomPrompt="1"/>
          </p:nvPr>
        </p:nvSpPr>
        <p:spPr>
          <a:xfrm>
            <a:off x="1309687" y="3530116"/>
            <a:ext cx="9572917" cy="1056023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6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标题</a:t>
            </a:r>
          </a:p>
        </p:txBody>
      </p:sp>
      <p:grpSp>
        <p:nvGrpSpPr>
          <p:cNvPr id="65" name="bca53829-35c6-4459-b981-6f35f8ea863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692B393B-2A3F-4B7E-9769-9E2901E93F12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10252362" y="4379451"/>
            <a:ext cx="1842783" cy="1992888"/>
            <a:chOff x="3686000" y="1535214"/>
            <a:chExt cx="4813650" cy="4298748"/>
          </a:xfrm>
        </p:grpSpPr>
        <p:sp>
          <p:nvSpPr>
            <p:cNvPr id="66" name="íślíḋê">
              <a:extLst>
                <a:ext uri="{FF2B5EF4-FFF2-40B4-BE49-F238E27FC236}">
                  <a16:creationId xmlns:a16="http://schemas.microsoft.com/office/drawing/2014/main" id="{75BD6AE4-4B05-4744-9FE3-4BD463C9A971}"/>
                </a:ext>
              </a:extLst>
            </p:cNvPr>
            <p:cNvSpPr/>
            <p:nvPr userDrawn="1"/>
          </p:nvSpPr>
          <p:spPr bwMode="auto">
            <a:xfrm>
              <a:off x="3686000" y="1535214"/>
              <a:ext cx="4813650" cy="4298748"/>
            </a:xfrm>
            <a:custGeom>
              <a:avLst/>
              <a:gdLst>
                <a:gd name="T0" fmla="*/ 639 w 684"/>
                <a:gd name="T1" fmla="*/ 410 h 611"/>
                <a:gd name="T2" fmla="*/ 598 w 684"/>
                <a:gd name="T3" fmla="*/ 335 h 611"/>
                <a:gd name="T4" fmla="*/ 499 w 684"/>
                <a:gd name="T5" fmla="*/ 267 h 611"/>
                <a:gd name="T6" fmla="*/ 489 w 684"/>
                <a:gd name="T7" fmla="*/ 180 h 611"/>
                <a:gd name="T8" fmla="*/ 482 w 684"/>
                <a:gd name="T9" fmla="*/ 154 h 611"/>
                <a:gd name="T10" fmla="*/ 347 w 684"/>
                <a:gd name="T11" fmla="*/ 142 h 611"/>
                <a:gd name="T12" fmla="*/ 337 w 684"/>
                <a:gd name="T13" fmla="*/ 118 h 611"/>
                <a:gd name="T14" fmla="*/ 341 w 684"/>
                <a:gd name="T15" fmla="*/ 86 h 611"/>
                <a:gd name="T16" fmla="*/ 355 w 684"/>
                <a:gd name="T17" fmla="*/ 61 h 611"/>
                <a:gd name="T18" fmla="*/ 332 w 684"/>
                <a:gd name="T19" fmla="*/ 46 h 611"/>
                <a:gd name="T20" fmla="*/ 370 w 684"/>
                <a:gd name="T21" fmla="*/ 14 h 611"/>
                <a:gd name="T22" fmla="*/ 322 w 684"/>
                <a:gd name="T23" fmla="*/ 24 h 611"/>
                <a:gd name="T24" fmla="*/ 331 w 684"/>
                <a:gd name="T25" fmla="*/ 61 h 611"/>
                <a:gd name="T26" fmla="*/ 334 w 684"/>
                <a:gd name="T27" fmla="*/ 97 h 611"/>
                <a:gd name="T28" fmla="*/ 313 w 684"/>
                <a:gd name="T29" fmla="*/ 129 h 611"/>
                <a:gd name="T30" fmla="*/ 262 w 684"/>
                <a:gd name="T31" fmla="*/ 144 h 611"/>
                <a:gd name="T32" fmla="*/ 171 w 684"/>
                <a:gd name="T33" fmla="*/ 184 h 611"/>
                <a:gd name="T34" fmla="*/ 169 w 684"/>
                <a:gd name="T35" fmla="*/ 267 h 611"/>
                <a:gd name="T36" fmla="*/ 59 w 684"/>
                <a:gd name="T37" fmla="*/ 357 h 611"/>
                <a:gd name="T38" fmla="*/ 30 w 684"/>
                <a:gd name="T39" fmla="*/ 410 h 611"/>
                <a:gd name="T40" fmla="*/ 7 w 684"/>
                <a:gd name="T41" fmla="*/ 438 h 611"/>
                <a:gd name="T42" fmla="*/ 14 w 684"/>
                <a:gd name="T43" fmla="*/ 474 h 611"/>
                <a:gd name="T44" fmla="*/ 28 w 684"/>
                <a:gd name="T45" fmla="*/ 471 h 611"/>
                <a:gd name="T46" fmla="*/ 55 w 684"/>
                <a:gd name="T47" fmla="*/ 461 h 611"/>
                <a:gd name="T48" fmla="*/ 78 w 684"/>
                <a:gd name="T49" fmla="*/ 487 h 611"/>
                <a:gd name="T50" fmla="*/ 89 w 684"/>
                <a:gd name="T51" fmla="*/ 425 h 611"/>
                <a:gd name="T52" fmla="*/ 101 w 684"/>
                <a:gd name="T53" fmla="*/ 391 h 611"/>
                <a:gd name="T54" fmla="*/ 147 w 684"/>
                <a:gd name="T55" fmla="*/ 335 h 611"/>
                <a:gd name="T56" fmla="*/ 173 w 684"/>
                <a:gd name="T57" fmla="*/ 403 h 611"/>
                <a:gd name="T58" fmla="*/ 175 w 684"/>
                <a:gd name="T59" fmla="*/ 499 h 611"/>
                <a:gd name="T60" fmla="*/ 235 w 684"/>
                <a:gd name="T61" fmla="*/ 514 h 611"/>
                <a:gd name="T62" fmla="*/ 151 w 684"/>
                <a:gd name="T63" fmla="*/ 532 h 611"/>
                <a:gd name="T64" fmla="*/ 93 w 684"/>
                <a:gd name="T65" fmla="*/ 534 h 611"/>
                <a:gd name="T66" fmla="*/ 160 w 684"/>
                <a:gd name="T67" fmla="*/ 610 h 611"/>
                <a:gd name="T68" fmla="*/ 382 w 684"/>
                <a:gd name="T69" fmla="*/ 604 h 611"/>
                <a:gd name="T70" fmla="*/ 531 w 684"/>
                <a:gd name="T71" fmla="*/ 603 h 611"/>
                <a:gd name="T72" fmla="*/ 605 w 684"/>
                <a:gd name="T73" fmla="*/ 567 h 611"/>
                <a:gd name="T74" fmla="*/ 552 w 684"/>
                <a:gd name="T75" fmla="*/ 523 h 611"/>
                <a:gd name="T76" fmla="*/ 436 w 684"/>
                <a:gd name="T77" fmla="*/ 527 h 611"/>
                <a:gd name="T78" fmla="*/ 426 w 684"/>
                <a:gd name="T79" fmla="*/ 515 h 611"/>
                <a:gd name="T80" fmla="*/ 485 w 684"/>
                <a:gd name="T81" fmla="*/ 504 h 611"/>
                <a:gd name="T82" fmla="*/ 487 w 684"/>
                <a:gd name="T83" fmla="*/ 493 h 611"/>
                <a:gd name="T84" fmla="*/ 492 w 684"/>
                <a:gd name="T85" fmla="*/ 403 h 611"/>
                <a:gd name="T86" fmla="*/ 496 w 684"/>
                <a:gd name="T87" fmla="*/ 321 h 611"/>
                <a:gd name="T88" fmla="*/ 573 w 684"/>
                <a:gd name="T89" fmla="*/ 395 h 611"/>
                <a:gd name="T90" fmla="*/ 596 w 684"/>
                <a:gd name="T91" fmla="*/ 434 h 611"/>
                <a:gd name="T92" fmla="*/ 589 w 684"/>
                <a:gd name="T93" fmla="*/ 485 h 611"/>
                <a:gd name="T94" fmla="*/ 626 w 684"/>
                <a:gd name="T95" fmla="*/ 487 h 611"/>
                <a:gd name="T96" fmla="*/ 670 w 684"/>
                <a:gd name="T97" fmla="*/ 477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4" h="611">
                  <a:moveTo>
                    <a:pt x="682" y="458"/>
                  </a:moveTo>
                  <a:cubicBezTo>
                    <a:pt x="682" y="453"/>
                    <a:pt x="681" y="450"/>
                    <a:pt x="679" y="446"/>
                  </a:cubicBezTo>
                  <a:cubicBezTo>
                    <a:pt x="677" y="438"/>
                    <a:pt x="672" y="431"/>
                    <a:pt x="666" y="425"/>
                  </a:cubicBezTo>
                  <a:cubicBezTo>
                    <a:pt x="659" y="417"/>
                    <a:pt x="649" y="411"/>
                    <a:pt x="639" y="410"/>
                  </a:cubicBezTo>
                  <a:cubicBezTo>
                    <a:pt x="638" y="406"/>
                    <a:pt x="637" y="403"/>
                    <a:pt x="636" y="401"/>
                  </a:cubicBezTo>
                  <a:cubicBezTo>
                    <a:pt x="634" y="396"/>
                    <a:pt x="632" y="391"/>
                    <a:pt x="630" y="386"/>
                  </a:cubicBezTo>
                  <a:cubicBezTo>
                    <a:pt x="625" y="377"/>
                    <a:pt x="621" y="368"/>
                    <a:pt x="615" y="359"/>
                  </a:cubicBezTo>
                  <a:cubicBezTo>
                    <a:pt x="610" y="351"/>
                    <a:pt x="604" y="343"/>
                    <a:pt x="598" y="335"/>
                  </a:cubicBezTo>
                  <a:cubicBezTo>
                    <a:pt x="592" y="328"/>
                    <a:pt x="587" y="320"/>
                    <a:pt x="580" y="313"/>
                  </a:cubicBezTo>
                  <a:cubicBezTo>
                    <a:pt x="568" y="300"/>
                    <a:pt x="552" y="290"/>
                    <a:pt x="537" y="282"/>
                  </a:cubicBezTo>
                  <a:cubicBezTo>
                    <a:pt x="529" y="277"/>
                    <a:pt x="520" y="273"/>
                    <a:pt x="512" y="270"/>
                  </a:cubicBezTo>
                  <a:cubicBezTo>
                    <a:pt x="507" y="269"/>
                    <a:pt x="503" y="267"/>
                    <a:pt x="499" y="267"/>
                  </a:cubicBezTo>
                  <a:cubicBezTo>
                    <a:pt x="496" y="266"/>
                    <a:pt x="493" y="266"/>
                    <a:pt x="490" y="266"/>
                  </a:cubicBezTo>
                  <a:cubicBezTo>
                    <a:pt x="490" y="257"/>
                    <a:pt x="491" y="248"/>
                    <a:pt x="491" y="240"/>
                  </a:cubicBezTo>
                  <a:cubicBezTo>
                    <a:pt x="491" y="226"/>
                    <a:pt x="491" y="213"/>
                    <a:pt x="490" y="200"/>
                  </a:cubicBezTo>
                  <a:cubicBezTo>
                    <a:pt x="490" y="193"/>
                    <a:pt x="490" y="187"/>
                    <a:pt x="489" y="180"/>
                  </a:cubicBezTo>
                  <a:cubicBezTo>
                    <a:pt x="489" y="179"/>
                    <a:pt x="489" y="177"/>
                    <a:pt x="489" y="175"/>
                  </a:cubicBezTo>
                  <a:cubicBezTo>
                    <a:pt x="489" y="174"/>
                    <a:pt x="490" y="172"/>
                    <a:pt x="490" y="171"/>
                  </a:cubicBezTo>
                  <a:cubicBezTo>
                    <a:pt x="491" y="169"/>
                    <a:pt x="490" y="166"/>
                    <a:pt x="490" y="164"/>
                  </a:cubicBezTo>
                  <a:cubicBezTo>
                    <a:pt x="489" y="160"/>
                    <a:pt x="486" y="156"/>
                    <a:pt x="482" y="154"/>
                  </a:cubicBezTo>
                  <a:cubicBezTo>
                    <a:pt x="479" y="152"/>
                    <a:pt x="476" y="151"/>
                    <a:pt x="472" y="151"/>
                  </a:cubicBezTo>
                  <a:cubicBezTo>
                    <a:pt x="467" y="149"/>
                    <a:pt x="462" y="148"/>
                    <a:pt x="457" y="147"/>
                  </a:cubicBezTo>
                  <a:cubicBezTo>
                    <a:pt x="436" y="143"/>
                    <a:pt x="414" y="143"/>
                    <a:pt x="393" y="142"/>
                  </a:cubicBezTo>
                  <a:cubicBezTo>
                    <a:pt x="378" y="142"/>
                    <a:pt x="362" y="142"/>
                    <a:pt x="347" y="142"/>
                  </a:cubicBezTo>
                  <a:cubicBezTo>
                    <a:pt x="347" y="142"/>
                    <a:pt x="346" y="141"/>
                    <a:pt x="346" y="141"/>
                  </a:cubicBezTo>
                  <a:cubicBezTo>
                    <a:pt x="341" y="137"/>
                    <a:pt x="336" y="133"/>
                    <a:pt x="332" y="128"/>
                  </a:cubicBezTo>
                  <a:cubicBezTo>
                    <a:pt x="330" y="126"/>
                    <a:pt x="328" y="124"/>
                    <a:pt x="326" y="123"/>
                  </a:cubicBezTo>
                  <a:cubicBezTo>
                    <a:pt x="330" y="121"/>
                    <a:pt x="334" y="120"/>
                    <a:pt x="337" y="118"/>
                  </a:cubicBezTo>
                  <a:cubicBezTo>
                    <a:pt x="341" y="116"/>
                    <a:pt x="344" y="113"/>
                    <a:pt x="348" y="111"/>
                  </a:cubicBezTo>
                  <a:cubicBezTo>
                    <a:pt x="351" y="108"/>
                    <a:pt x="356" y="106"/>
                    <a:pt x="360" y="104"/>
                  </a:cubicBezTo>
                  <a:cubicBezTo>
                    <a:pt x="364" y="101"/>
                    <a:pt x="365" y="94"/>
                    <a:pt x="360" y="92"/>
                  </a:cubicBezTo>
                  <a:cubicBezTo>
                    <a:pt x="354" y="89"/>
                    <a:pt x="347" y="88"/>
                    <a:pt x="341" y="86"/>
                  </a:cubicBezTo>
                  <a:cubicBezTo>
                    <a:pt x="337" y="84"/>
                    <a:pt x="334" y="83"/>
                    <a:pt x="331" y="81"/>
                  </a:cubicBezTo>
                  <a:cubicBezTo>
                    <a:pt x="332" y="81"/>
                    <a:pt x="333" y="80"/>
                    <a:pt x="334" y="79"/>
                  </a:cubicBezTo>
                  <a:cubicBezTo>
                    <a:pt x="338" y="77"/>
                    <a:pt x="342" y="74"/>
                    <a:pt x="347" y="72"/>
                  </a:cubicBezTo>
                  <a:cubicBezTo>
                    <a:pt x="351" y="70"/>
                    <a:pt x="355" y="67"/>
                    <a:pt x="355" y="61"/>
                  </a:cubicBezTo>
                  <a:cubicBezTo>
                    <a:pt x="355" y="55"/>
                    <a:pt x="350" y="53"/>
                    <a:pt x="345" y="51"/>
                  </a:cubicBezTo>
                  <a:cubicBezTo>
                    <a:pt x="343" y="51"/>
                    <a:pt x="340" y="50"/>
                    <a:pt x="338" y="49"/>
                  </a:cubicBezTo>
                  <a:cubicBezTo>
                    <a:pt x="336" y="48"/>
                    <a:pt x="335" y="48"/>
                    <a:pt x="334" y="47"/>
                  </a:cubicBezTo>
                  <a:cubicBezTo>
                    <a:pt x="333" y="47"/>
                    <a:pt x="333" y="46"/>
                    <a:pt x="332" y="46"/>
                  </a:cubicBezTo>
                  <a:cubicBezTo>
                    <a:pt x="332" y="46"/>
                    <a:pt x="332" y="46"/>
                    <a:pt x="333" y="45"/>
                  </a:cubicBezTo>
                  <a:cubicBezTo>
                    <a:pt x="334" y="44"/>
                    <a:pt x="335" y="44"/>
                    <a:pt x="337" y="43"/>
                  </a:cubicBezTo>
                  <a:cubicBezTo>
                    <a:pt x="342" y="45"/>
                    <a:pt x="347" y="46"/>
                    <a:pt x="353" y="45"/>
                  </a:cubicBezTo>
                  <a:cubicBezTo>
                    <a:pt x="367" y="43"/>
                    <a:pt x="376" y="27"/>
                    <a:pt x="370" y="14"/>
                  </a:cubicBezTo>
                  <a:cubicBezTo>
                    <a:pt x="367" y="7"/>
                    <a:pt x="360" y="4"/>
                    <a:pt x="353" y="2"/>
                  </a:cubicBezTo>
                  <a:cubicBezTo>
                    <a:pt x="348" y="1"/>
                    <a:pt x="341" y="0"/>
                    <a:pt x="336" y="2"/>
                  </a:cubicBezTo>
                  <a:cubicBezTo>
                    <a:pt x="332" y="1"/>
                    <a:pt x="329" y="2"/>
                    <a:pt x="326" y="5"/>
                  </a:cubicBezTo>
                  <a:cubicBezTo>
                    <a:pt x="321" y="11"/>
                    <a:pt x="321" y="18"/>
                    <a:pt x="322" y="24"/>
                  </a:cubicBezTo>
                  <a:cubicBezTo>
                    <a:pt x="322" y="28"/>
                    <a:pt x="324" y="31"/>
                    <a:pt x="326" y="34"/>
                  </a:cubicBezTo>
                  <a:cubicBezTo>
                    <a:pt x="326" y="34"/>
                    <a:pt x="326" y="34"/>
                    <a:pt x="326" y="34"/>
                  </a:cubicBezTo>
                  <a:cubicBezTo>
                    <a:pt x="322" y="36"/>
                    <a:pt x="318" y="39"/>
                    <a:pt x="317" y="44"/>
                  </a:cubicBezTo>
                  <a:cubicBezTo>
                    <a:pt x="313" y="53"/>
                    <a:pt x="325" y="58"/>
                    <a:pt x="331" y="61"/>
                  </a:cubicBezTo>
                  <a:cubicBezTo>
                    <a:pt x="333" y="61"/>
                    <a:pt x="335" y="62"/>
                    <a:pt x="336" y="63"/>
                  </a:cubicBezTo>
                  <a:cubicBezTo>
                    <a:pt x="328" y="67"/>
                    <a:pt x="320" y="71"/>
                    <a:pt x="313" y="76"/>
                  </a:cubicBezTo>
                  <a:cubicBezTo>
                    <a:pt x="309" y="78"/>
                    <a:pt x="308" y="85"/>
                    <a:pt x="313" y="88"/>
                  </a:cubicBezTo>
                  <a:cubicBezTo>
                    <a:pt x="320" y="91"/>
                    <a:pt x="327" y="94"/>
                    <a:pt x="334" y="97"/>
                  </a:cubicBezTo>
                  <a:cubicBezTo>
                    <a:pt x="336" y="98"/>
                    <a:pt x="338" y="99"/>
                    <a:pt x="340" y="100"/>
                  </a:cubicBezTo>
                  <a:cubicBezTo>
                    <a:pt x="336" y="102"/>
                    <a:pt x="333" y="105"/>
                    <a:pt x="330" y="107"/>
                  </a:cubicBezTo>
                  <a:cubicBezTo>
                    <a:pt x="323" y="110"/>
                    <a:pt x="315" y="112"/>
                    <a:pt x="310" y="118"/>
                  </a:cubicBezTo>
                  <a:cubicBezTo>
                    <a:pt x="306" y="122"/>
                    <a:pt x="308" y="127"/>
                    <a:pt x="313" y="129"/>
                  </a:cubicBezTo>
                  <a:cubicBezTo>
                    <a:pt x="317" y="131"/>
                    <a:pt x="321" y="136"/>
                    <a:pt x="325" y="139"/>
                  </a:cubicBezTo>
                  <a:cubicBezTo>
                    <a:pt x="326" y="140"/>
                    <a:pt x="327" y="141"/>
                    <a:pt x="329" y="142"/>
                  </a:cubicBezTo>
                  <a:cubicBezTo>
                    <a:pt x="328" y="142"/>
                    <a:pt x="327" y="142"/>
                    <a:pt x="327" y="142"/>
                  </a:cubicBezTo>
                  <a:cubicBezTo>
                    <a:pt x="305" y="143"/>
                    <a:pt x="283" y="142"/>
                    <a:pt x="262" y="144"/>
                  </a:cubicBezTo>
                  <a:cubicBezTo>
                    <a:pt x="250" y="145"/>
                    <a:pt x="239" y="148"/>
                    <a:pt x="228" y="149"/>
                  </a:cubicBezTo>
                  <a:cubicBezTo>
                    <a:pt x="217" y="150"/>
                    <a:pt x="206" y="149"/>
                    <a:pt x="195" y="150"/>
                  </a:cubicBezTo>
                  <a:cubicBezTo>
                    <a:pt x="186" y="150"/>
                    <a:pt x="177" y="153"/>
                    <a:pt x="173" y="162"/>
                  </a:cubicBezTo>
                  <a:cubicBezTo>
                    <a:pt x="170" y="168"/>
                    <a:pt x="168" y="177"/>
                    <a:pt x="171" y="184"/>
                  </a:cubicBezTo>
                  <a:cubicBezTo>
                    <a:pt x="171" y="185"/>
                    <a:pt x="171" y="185"/>
                    <a:pt x="171" y="186"/>
                  </a:cubicBezTo>
                  <a:cubicBezTo>
                    <a:pt x="170" y="192"/>
                    <a:pt x="170" y="198"/>
                    <a:pt x="170" y="204"/>
                  </a:cubicBezTo>
                  <a:cubicBezTo>
                    <a:pt x="170" y="215"/>
                    <a:pt x="170" y="226"/>
                    <a:pt x="170" y="237"/>
                  </a:cubicBezTo>
                  <a:cubicBezTo>
                    <a:pt x="169" y="247"/>
                    <a:pt x="169" y="257"/>
                    <a:pt x="169" y="267"/>
                  </a:cubicBezTo>
                  <a:cubicBezTo>
                    <a:pt x="163" y="267"/>
                    <a:pt x="157" y="269"/>
                    <a:pt x="152" y="271"/>
                  </a:cubicBezTo>
                  <a:cubicBezTo>
                    <a:pt x="143" y="274"/>
                    <a:pt x="135" y="279"/>
                    <a:pt x="128" y="284"/>
                  </a:cubicBezTo>
                  <a:cubicBezTo>
                    <a:pt x="114" y="293"/>
                    <a:pt x="100" y="304"/>
                    <a:pt x="89" y="316"/>
                  </a:cubicBezTo>
                  <a:cubicBezTo>
                    <a:pt x="77" y="328"/>
                    <a:pt x="67" y="342"/>
                    <a:pt x="59" y="357"/>
                  </a:cubicBezTo>
                  <a:cubicBezTo>
                    <a:pt x="55" y="364"/>
                    <a:pt x="51" y="372"/>
                    <a:pt x="49" y="380"/>
                  </a:cubicBezTo>
                  <a:cubicBezTo>
                    <a:pt x="47" y="385"/>
                    <a:pt x="46" y="390"/>
                    <a:pt x="45" y="395"/>
                  </a:cubicBezTo>
                  <a:cubicBezTo>
                    <a:pt x="44" y="399"/>
                    <a:pt x="43" y="403"/>
                    <a:pt x="43" y="407"/>
                  </a:cubicBezTo>
                  <a:cubicBezTo>
                    <a:pt x="39" y="408"/>
                    <a:pt x="34" y="409"/>
                    <a:pt x="30" y="410"/>
                  </a:cubicBezTo>
                  <a:cubicBezTo>
                    <a:pt x="28" y="410"/>
                    <a:pt x="26" y="410"/>
                    <a:pt x="24" y="411"/>
                  </a:cubicBezTo>
                  <a:cubicBezTo>
                    <a:pt x="21" y="414"/>
                    <a:pt x="17" y="417"/>
                    <a:pt x="14" y="421"/>
                  </a:cubicBezTo>
                  <a:cubicBezTo>
                    <a:pt x="12" y="426"/>
                    <a:pt x="10" y="430"/>
                    <a:pt x="8" y="435"/>
                  </a:cubicBezTo>
                  <a:cubicBezTo>
                    <a:pt x="7" y="436"/>
                    <a:pt x="7" y="437"/>
                    <a:pt x="7" y="438"/>
                  </a:cubicBezTo>
                  <a:cubicBezTo>
                    <a:pt x="6" y="439"/>
                    <a:pt x="6" y="440"/>
                    <a:pt x="6" y="440"/>
                  </a:cubicBezTo>
                  <a:cubicBezTo>
                    <a:pt x="6" y="441"/>
                    <a:pt x="5" y="441"/>
                    <a:pt x="5" y="442"/>
                  </a:cubicBezTo>
                  <a:cubicBezTo>
                    <a:pt x="3" y="448"/>
                    <a:pt x="0" y="455"/>
                    <a:pt x="1" y="462"/>
                  </a:cubicBezTo>
                  <a:cubicBezTo>
                    <a:pt x="1" y="468"/>
                    <a:pt x="7" y="476"/>
                    <a:pt x="14" y="474"/>
                  </a:cubicBezTo>
                  <a:cubicBezTo>
                    <a:pt x="14" y="475"/>
                    <a:pt x="15" y="475"/>
                    <a:pt x="16" y="475"/>
                  </a:cubicBezTo>
                  <a:cubicBezTo>
                    <a:pt x="17" y="475"/>
                    <a:pt x="18" y="475"/>
                    <a:pt x="17" y="474"/>
                  </a:cubicBezTo>
                  <a:cubicBezTo>
                    <a:pt x="18" y="474"/>
                    <a:pt x="19" y="474"/>
                    <a:pt x="20" y="474"/>
                  </a:cubicBezTo>
                  <a:cubicBezTo>
                    <a:pt x="23" y="474"/>
                    <a:pt x="25" y="473"/>
                    <a:pt x="28" y="471"/>
                  </a:cubicBezTo>
                  <a:cubicBezTo>
                    <a:pt x="33" y="467"/>
                    <a:pt x="34" y="459"/>
                    <a:pt x="37" y="453"/>
                  </a:cubicBezTo>
                  <a:cubicBezTo>
                    <a:pt x="40" y="449"/>
                    <a:pt x="43" y="444"/>
                    <a:pt x="48" y="442"/>
                  </a:cubicBezTo>
                  <a:cubicBezTo>
                    <a:pt x="53" y="441"/>
                    <a:pt x="59" y="444"/>
                    <a:pt x="60" y="449"/>
                  </a:cubicBezTo>
                  <a:cubicBezTo>
                    <a:pt x="61" y="452"/>
                    <a:pt x="57" y="458"/>
                    <a:pt x="55" y="461"/>
                  </a:cubicBezTo>
                  <a:cubicBezTo>
                    <a:pt x="52" y="466"/>
                    <a:pt x="49" y="471"/>
                    <a:pt x="50" y="478"/>
                  </a:cubicBezTo>
                  <a:cubicBezTo>
                    <a:pt x="52" y="482"/>
                    <a:pt x="56" y="485"/>
                    <a:pt x="61" y="487"/>
                  </a:cubicBezTo>
                  <a:cubicBezTo>
                    <a:pt x="65" y="488"/>
                    <a:pt x="71" y="490"/>
                    <a:pt x="75" y="489"/>
                  </a:cubicBezTo>
                  <a:cubicBezTo>
                    <a:pt x="76" y="488"/>
                    <a:pt x="77" y="488"/>
                    <a:pt x="78" y="487"/>
                  </a:cubicBezTo>
                  <a:cubicBezTo>
                    <a:pt x="81" y="486"/>
                    <a:pt x="84" y="483"/>
                    <a:pt x="85" y="480"/>
                  </a:cubicBezTo>
                  <a:cubicBezTo>
                    <a:pt x="88" y="476"/>
                    <a:pt x="90" y="470"/>
                    <a:pt x="91" y="465"/>
                  </a:cubicBezTo>
                  <a:cubicBezTo>
                    <a:pt x="94" y="453"/>
                    <a:pt x="92" y="440"/>
                    <a:pt x="86" y="429"/>
                  </a:cubicBezTo>
                  <a:cubicBezTo>
                    <a:pt x="87" y="428"/>
                    <a:pt x="88" y="426"/>
                    <a:pt x="89" y="425"/>
                  </a:cubicBezTo>
                  <a:cubicBezTo>
                    <a:pt x="89" y="425"/>
                    <a:pt x="89" y="425"/>
                    <a:pt x="89" y="425"/>
                  </a:cubicBezTo>
                  <a:cubicBezTo>
                    <a:pt x="91" y="415"/>
                    <a:pt x="92" y="404"/>
                    <a:pt x="96" y="394"/>
                  </a:cubicBezTo>
                  <a:cubicBezTo>
                    <a:pt x="97" y="395"/>
                    <a:pt x="99" y="395"/>
                    <a:pt x="100" y="395"/>
                  </a:cubicBezTo>
                  <a:cubicBezTo>
                    <a:pt x="101" y="394"/>
                    <a:pt x="102" y="392"/>
                    <a:pt x="101" y="391"/>
                  </a:cubicBezTo>
                  <a:cubicBezTo>
                    <a:pt x="100" y="390"/>
                    <a:pt x="99" y="390"/>
                    <a:pt x="98" y="389"/>
                  </a:cubicBezTo>
                  <a:cubicBezTo>
                    <a:pt x="98" y="389"/>
                    <a:pt x="98" y="388"/>
                    <a:pt x="99" y="388"/>
                  </a:cubicBezTo>
                  <a:cubicBezTo>
                    <a:pt x="104" y="377"/>
                    <a:pt x="111" y="367"/>
                    <a:pt x="119" y="358"/>
                  </a:cubicBezTo>
                  <a:cubicBezTo>
                    <a:pt x="127" y="349"/>
                    <a:pt x="137" y="342"/>
                    <a:pt x="147" y="335"/>
                  </a:cubicBezTo>
                  <a:cubicBezTo>
                    <a:pt x="153" y="331"/>
                    <a:pt x="159" y="328"/>
                    <a:pt x="166" y="325"/>
                  </a:cubicBezTo>
                  <a:cubicBezTo>
                    <a:pt x="167" y="324"/>
                    <a:pt x="169" y="324"/>
                    <a:pt x="170" y="323"/>
                  </a:cubicBezTo>
                  <a:cubicBezTo>
                    <a:pt x="171" y="339"/>
                    <a:pt x="172" y="355"/>
                    <a:pt x="173" y="371"/>
                  </a:cubicBezTo>
                  <a:cubicBezTo>
                    <a:pt x="173" y="382"/>
                    <a:pt x="173" y="393"/>
                    <a:pt x="173" y="403"/>
                  </a:cubicBezTo>
                  <a:cubicBezTo>
                    <a:pt x="173" y="414"/>
                    <a:pt x="174" y="425"/>
                    <a:pt x="174" y="436"/>
                  </a:cubicBezTo>
                  <a:cubicBezTo>
                    <a:pt x="175" y="454"/>
                    <a:pt x="174" y="472"/>
                    <a:pt x="172" y="490"/>
                  </a:cubicBezTo>
                  <a:cubicBezTo>
                    <a:pt x="172" y="492"/>
                    <a:pt x="173" y="494"/>
                    <a:pt x="174" y="495"/>
                  </a:cubicBezTo>
                  <a:cubicBezTo>
                    <a:pt x="174" y="496"/>
                    <a:pt x="174" y="498"/>
                    <a:pt x="175" y="499"/>
                  </a:cubicBezTo>
                  <a:cubicBezTo>
                    <a:pt x="177" y="506"/>
                    <a:pt x="185" y="514"/>
                    <a:pt x="193" y="514"/>
                  </a:cubicBezTo>
                  <a:cubicBezTo>
                    <a:pt x="194" y="514"/>
                    <a:pt x="196" y="513"/>
                    <a:pt x="197" y="512"/>
                  </a:cubicBezTo>
                  <a:cubicBezTo>
                    <a:pt x="206" y="515"/>
                    <a:pt x="217" y="513"/>
                    <a:pt x="225" y="514"/>
                  </a:cubicBezTo>
                  <a:cubicBezTo>
                    <a:pt x="229" y="514"/>
                    <a:pt x="232" y="514"/>
                    <a:pt x="235" y="514"/>
                  </a:cubicBezTo>
                  <a:cubicBezTo>
                    <a:pt x="235" y="516"/>
                    <a:pt x="235" y="518"/>
                    <a:pt x="235" y="520"/>
                  </a:cubicBezTo>
                  <a:cubicBezTo>
                    <a:pt x="234" y="522"/>
                    <a:pt x="233" y="526"/>
                    <a:pt x="233" y="529"/>
                  </a:cubicBezTo>
                  <a:cubicBezTo>
                    <a:pt x="222" y="530"/>
                    <a:pt x="211" y="531"/>
                    <a:pt x="200" y="531"/>
                  </a:cubicBezTo>
                  <a:cubicBezTo>
                    <a:pt x="184" y="531"/>
                    <a:pt x="167" y="532"/>
                    <a:pt x="151" y="532"/>
                  </a:cubicBezTo>
                  <a:cubicBezTo>
                    <a:pt x="143" y="532"/>
                    <a:pt x="135" y="531"/>
                    <a:pt x="127" y="531"/>
                  </a:cubicBezTo>
                  <a:cubicBezTo>
                    <a:pt x="127" y="531"/>
                    <a:pt x="126" y="531"/>
                    <a:pt x="126" y="531"/>
                  </a:cubicBezTo>
                  <a:cubicBezTo>
                    <a:pt x="124" y="530"/>
                    <a:pt x="123" y="530"/>
                    <a:pt x="122" y="530"/>
                  </a:cubicBezTo>
                  <a:cubicBezTo>
                    <a:pt x="112" y="528"/>
                    <a:pt x="102" y="529"/>
                    <a:pt x="93" y="534"/>
                  </a:cubicBezTo>
                  <a:cubicBezTo>
                    <a:pt x="77" y="541"/>
                    <a:pt x="69" y="562"/>
                    <a:pt x="73" y="578"/>
                  </a:cubicBezTo>
                  <a:cubicBezTo>
                    <a:pt x="77" y="595"/>
                    <a:pt x="93" y="604"/>
                    <a:pt x="108" y="607"/>
                  </a:cubicBezTo>
                  <a:cubicBezTo>
                    <a:pt x="118" y="609"/>
                    <a:pt x="128" y="610"/>
                    <a:pt x="138" y="610"/>
                  </a:cubicBezTo>
                  <a:cubicBezTo>
                    <a:pt x="145" y="611"/>
                    <a:pt x="153" y="611"/>
                    <a:pt x="160" y="610"/>
                  </a:cubicBezTo>
                  <a:cubicBezTo>
                    <a:pt x="171" y="610"/>
                    <a:pt x="182" y="609"/>
                    <a:pt x="193" y="609"/>
                  </a:cubicBezTo>
                  <a:cubicBezTo>
                    <a:pt x="215" y="608"/>
                    <a:pt x="236" y="610"/>
                    <a:pt x="257" y="611"/>
                  </a:cubicBezTo>
                  <a:cubicBezTo>
                    <a:pt x="279" y="611"/>
                    <a:pt x="301" y="611"/>
                    <a:pt x="323" y="609"/>
                  </a:cubicBezTo>
                  <a:cubicBezTo>
                    <a:pt x="343" y="608"/>
                    <a:pt x="363" y="606"/>
                    <a:pt x="382" y="604"/>
                  </a:cubicBezTo>
                  <a:cubicBezTo>
                    <a:pt x="392" y="603"/>
                    <a:pt x="402" y="603"/>
                    <a:pt x="411" y="604"/>
                  </a:cubicBezTo>
                  <a:cubicBezTo>
                    <a:pt x="422" y="604"/>
                    <a:pt x="432" y="605"/>
                    <a:pt x="442" y="605"/>
                  </a:cubicBezTo>
                  <a:cubicBezTo>
                    <a:pt x="462" y="606"/>
                    <a:pt x="482" y="605"/>
                    <a:pt x="502" y="604"/>
                  </a:cubicBezTo>
                  <a:cubicBezTo>
                    <a:pt x="512" y="603"/>
                    <a:pt x="522" y="603"/>
                    <a:pt x="531" y="603"/>
                  </a:cubicBezTo>
                  <a:cubicBezTo>
                    <a:pt x="535" y="603"/>
                    <a:pt x="539" y="603"/>
                    <a:pt x="542" y="602"/>
                  </a:cubicBezTo>
                  <a:cubicBezTo>
                    <a:pt x="549" y="604"/>
                    <a:pt x="556" y="603"/>
                    <a:pt x="563" y="603"/>
                  </a:cubicBezTo>
                  <a:cubicBezTo>
                    <a:pt x="571" y="602"/>
                    <a:pt x="579" y="601"/>
                    <a:pt x="586" y="597"/>
                  </a:cubicBezTo>
                  <a:cubicBezTo>
                    <a:pt x="598" y="592"/>
                    <a:pt x="604" y="580"/>
                    <a:pt x="605" y="567"/>
                  </a:cubicBezTo>
                  <a:cubicBezTo>
                    <a:pt x="606" y="555"/>
                    <a:pt x="601" y="542"/>
                    <a:pt x="592" y="533"/>
                  </a:cubicBezTo>
                  <a:cubicBezTo>
                    <a:pt x="586" y="528"/>
                    <a:pt x="580" y="525"/>
                    <a:pt x="573" y="523"/>
                  </a:cubicBezTo>
                  <a:cubicBezTo>
                    <a:pt x="570" y="522"/>
                    <a:pt x="566" y="522"/>
                    <a:pt x="563" y="521"/>
                  </a:cubicBezTo>
                  <a:cubicBezTo>
                    <a:pt x="559" y="521"/>
                    <a:pt x="555" y="521"/>
                    <a:pt x="552" y="523"/>
                  </a:cubicBezTo>
                  <a:cubicBezTo>
                    <a:pt x="552" y="523"/>
                    <a:pt x="552" y="523"/>
                    <a:pt x="552" y="523"/>
                  </a:cubicBezTo>
                  <a:cubicBezTo>
                    <a:pt x="547" y="524"/>
                    <a:pt x="541" y="525"/>
                    <a:pt x="536" y="525"/>
                  </a:cubicBezTo>
                  <a:cubicBezTo>
                    <a:pt x="525" y="527"/>
                    <a:pt x="514" y="527"/>
                    <a:pt x="503" y="527"/>
                  </a:cubicBezTo>
                  <a:cubicBezTo>
                    <a:pt x="481" y="526"/>
                    <a:pt x="458" y="527"/>
                    <a:pt x="436" y="527"/>
                  </a:cubicBezTo>
                  <a:cubicBezTo>
                    <a:pt x="431" y="527"/>
                    <a:pt x="426" y="527"/>
                    <a:pt x="420" y="527"/>
                  </a:cubicBezTo>
                  <a:cubicBezTo>
                    <a:pt x="420" y="525"/>
                    <a:pt x="420" y="523"/>
                    <a:pt x="419" y="522"/>
                  </a:cubicBezTo>
                  <a:cubicBezTo>
                    <a:pt x="419" y="520"/>
                    <a:pt x="419" y="517"/>
                    <a:pt x="418" y="515"/>
                  </a:cubicBezTo>
                  <a:cubicBezTo>
                    <a:pt x="421" y="515"/>
                    <a:pt x="423" y="515"/>
                    <a:pt x="426" y="515"/>
                  </a:cubicBezTo>
                  <a:cubicBezTo>
                    <a:pt x="432" y="514"/>
                    <a:pt x="438" y="514"/>
                    <a:pt x="444" y="514"/>
                  </a:cubicBezTo>
                  <a:cubicBezTo>
                    <a:pt x="450" y="514"/>
                    <a:pt x="456" y="514"/>
                    <a:pt x="462" y="514"/>
                  </a:cubicBezTo>
                  <a:cubicBezTo>
                    <a:pt x="468" y="513"/>
                    <a:pt x="474" y="512"/>
                    <a:pt x="479" y="508"/>
                  </a:cubicBezTo>
                  <a:cubicBezTo>
                    <a:pt x="481" y="507"/>
                    <a:pt x="483" y="505"/>
                    <a:pt x="485" y="504"/>
                  </a:cubicBezTo>
                  <a:cubicBezTo>
                    <a:pt x="485" y="503"/>
                    <a:pt x="485" y="503"/>
                    <a:pt x="486" y="502"/>
                  </a:cubicBezTo>
                  <a:cubicBezTo>
                    <a:pt x="486" y="502"/>
                    <a:pt x="486" y="501"/>
                    <a:pt x="487" y="500"/>
                  </a:cubicBezTo>
                  <a:cubicBezTo>
                    <a:pt x="487" y="499"/>
                    <a:pt x="488" y="498"/>
                    <a:pt x="488" y="496"/>
                  </a:cubicBezTo>
                  <a:cubicBezTo>
                    <a:pt x="488" y="495"/>
                    <a:pt x="487" y="494"/>
                    <a:pt x="487" y="493"/>
                  </a:cubicBezTo>
                  <a:cubicBezTo>
                    <a:pt x="487" y="490"/>
                    <a:pt x="487" y="488"/>
                    <a:pt x="487" y="485"/>
                  </a:cubicBezTo>
                  <a:cubicBezTo>
                    <a:pt x="488" y="480"/>
                    <a:pt x="489" y="474"/>
                    <a:pt x="489" y="469"/>
                  </a:cubicBezTo>
                  <a:cubicBezTo>
                    <a:pt x="490" y="458"/>
                    <a:pt x="490" y="447"/>
                    <a:pt x="491" y="436"/>
                  </a:cubicBezTo>
                  <a:cubicBezTo>
                    <a:pt x="491" y="425"/>
                    <a:pt x="492" y="414"/>
                    <a:pt x="492" y="403"/>
                  </a:cubicBezTo>
                  <a:cubicBezTo>
                    <a:pt x="493" y="391"/>
                    <a:pt x="492" y="380"/>
                    <a:pt x="493" y="369"/>
                  </a:cubicBezTo>
                  <a:cubicBezTo>
                    <a:pt x="494" y="358"/>
                    <a:pt x="493" y="347"/>
                    <a:pt x="493" y="336"/>
                  </a:cubicBezTo>
                  <a:cubicBezTo>
                    <a:pt x="493" y="331"/>
                    <a:pt x="493" y="325"/>
                    <a:pt x="493" y="320"/>
                  </a:cubicBezTo>
                  <a:cubicBezTo>
                    <a:pt x="494" y="320"/>
                    <a:pt x="495" y="321"/>
                    <a:pt x="496" y="321"/>
                  </a:cubicBezTo>
                  <a:cubicBezTo>
                    <a:pt x="502" y="325"/>
                    <a:pt x="507" y="329"/>
                    <a:pt x="512" y="333"/>
                  </a:cubicBezTo>
                  <a:cubicBezTo>
                    <a:pt x="517" y="338"/>
                    <a:pt x="522" y="342"/>
                    <a:pt x="527" y="347"/>
                  </a:cubicBezTo>
                  <a:cubicBezTo>
                    <a:pt x="532" y="352"/>
                    <a:pt x="538" y="357"/>
                    <a:pt x="544" y="362"/>
                  </a:cubicBezTo>
                  <a:cubicBezTo>
                    <a:pt x="555" y="372"/>
                    <a:pt x="565" y="383"/>
                    <a:pt x="573" y="395"/>
                  </a:cubicBezTo>
                  <a:cubicBezTo>
                    <a:pt x="577" y="402"/>
                    <a:pt x="581" y="408"/>
                    <a:pt x="586" y="414"/>
                  </a:cubicBezTo>
                  <a:cubicBezTo>
                    <a:pt x="588" y="417"/>
                    <a:pt x="590" y="420"/>
                    <a:pt x="591" y="423"/>
                  </a:cubicBezTo>
                  <a:cubicBezTo>
                    <a:pt x="593" y="427"/>
                    <a:pt x="594" y="431"/>
                    <a:pt x="596" y="434"/>
                  </a:cubicBezTo>
                  <a:cubicBezTo>
                    <a:pt x="596" y="434"/>
                    <a:pt x="596" y="434"/>
                    <a:pt x="596" y="434"/>
                  </a:cubicBezTo>
                  <a:cubicBezTo>
                    <a:pt x="595" y="436"/>
                    <a:pt x="593" y="439"/>
                    <a:pt x="592" y="441"/>
                  </a:cubicBezTo>
                  <a:cubicBezTo>
                    <a:pt x="589" y="449"/>
                    <a:pt x="587" y="457"/>
                    <a:pt x="586" y="465"/>
                  </a:cubicBezTo>
                  <a:cubicBezTo>
                    <a:pt x="586" y="469"/>
                    <a:pt x="586" y="474"/>
                    <a:pt x="587" y="478"/>
                  </a:cubicBezTo>
                  <a:cubicBezTo>
                    <a:pt x="587" y="480"/>
                    <a:pt x="588" y="483"/>
                    <a:pt x="589" y="485"/>
                  </a:cubicBezTo>
                  <a:cubicBezTo>
                    <a:pt x="588" y="489"/>
                    <a:pt x="589" y="493"/>
                    <a:pt x="593" y="494"/>
                  </a:cubicBezTo>
                  <a:cubicBezTo>
                    <a:pt x="596" y="494"/>
                    <a:pt x="599" y="494"/>
                    <a:pt x="601" y="494"/>
                  </a:cubicBezTo>
                  <a:cubicBezTo>
                    <a:pt x="604" y="494"/>
                    <a:pt x="607" y="494"/>
                    <a:pt x="610" y="494"/>
                  </a:cubicBezTo>
                  <a:cubicBezTo>
                    <a:pt x="616" y="494"/>
                    <a:pt x="622" y="492"/>
                    <a:pt x="626" y="487"/>
                  </a:cubicBezTo>
                  <a:cubicBezTo>
                    <a:pt x="630" y="480"/>
                    <a:pt x="627" y="474"/>
                    <a:pt x="626" y="467"/>
                  </a:cubicBezTo>
                  <a:cubicBezTo>
                    <a:pt x="625" y="461"/>
                    <a:pt x="625" y="455"/>
                    <a:pt x="629" y="451"/>
                  </a:cubicBezTo>
                  <a:cubicBezTo>
                    <a:pt x="638" y="442"/>
                    <a:pt x="652" y="455"/>
                    <a:pt x="656" y="463"/>
                  </a:cubicBezTo>
                  <a:cubicBezTo>
                    <a:pt x="659" y="468"/>
                    <a:pt x="663" y="477"/>
                    <a:pt x="670" y="477"/>
                  </a:cubicBezTo>
                  <a:cubicBezTo>
                    <a:pt x="673" y="477"/>
                    <a:pt x="676" y="475"/>
                    <a:pt x="677" y="473"/>
                  </a:cubicBezTo>
                  <a:cubicBezTo>
                    <a:pt x="678" y="472"/>
                    <a:pt x="679" y="472"/>
                    <a:pt x="680" y="471"/>
                  </a:cubicBezTo>
                  <a:cubicBezTo>
                    <a:pt x="684" y="467"/>
                    <a:pt x="683" y="462"/>
                    <a:pt x="682" y="45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67" name="íšľiḓe">
              <a:extLst>
                <a:ext uri="{FF2B5EF4-FFF2-40B4-BE49-F238E27FC236}">
                  <a16:creationId xmlns:a16="http://schemas.microsoft.com/office/drawing/2014/main" id="{7E3B08F1-3C9F-4782-B4E7-B159743D3619}"/>
                </a:ext>
              </a:extLst>
            </p:cNvPr>
            <p:cNvSpPr/>
            <p:nvPr/>
          </p:nvSpPr>
          <p:spPr bwMode="auto">
            <a:xfrm>
              <a:off x="4959703" y="2683578"/>
              <a:ext cx="145664" cy="2374644"/>
            </a:xfrm>
            <a:custGeom>
              <a:avLst/>
              <a:gdLst>
                <a:gd name="T0" fmla="*/ 13 w 21"/>
                <a:gd name="T1" fmla="*/ 338 h 338"/>
                <a:gd name="T2" fmla="*/ 8 w 21"/>
                <a:gd name="T3" fmla="*/ 335 h 338"/>
                <a:gd name="T4" fmla="*/ 7 w 21"/>
                <a:gd name="T5" fmla="*/ 334 h 338"/>
                <a:gd name="T6" fmla="*/ 5 w 21"/>
                <a:gd name="T7" fmla="*/ 331 h 338"/>
                <a:gd name="T8" fmla="*/ 4 w 21"/>
                <a:gd name="T9" fmla="*/ 324 h 338"/>
                <a:gd name="T10" fmla="*/ 4 w 21"/>
                <a:gd name="T11" fmla="*/ 323 h 338"/>
                <a:gd name="T12" fmla="*/ 13 w 21"/>
                <a:gd name="T13" fmla="*/ 323 h 338"/>
                <a:gd name="T14" fmla="*/ 13 w 21"/>
                <a:gd name="T15" fmla="*/ 338 h 338"/>
                <a:gd name="T16" fmla="*/ 11 w 21"/>
                <a:gd name="T17" fmla="*/ 222 h 338"/>
                <a:gd name="T18" fmla="*/ 9 w 21"/>
                <a:gd name="T19" fmla="*/ 222 h 338"/>
                <a:gd name="T20" fmla="*/ 6 w 21"/>
                <a:gd name="T21" fmla="*/ 223 h 338"/>
                <a:gd name="T22" fmla="*/ 5 w 21"/>
                <a:gd name="T23" fmla="*/ 202 h 338"/>
                <a:gd name="T24" fmla="*/ 2 w 21"/>
                <a:gd name="T25" fmla="*/ 136 h 338"/>
                <a:gd name="T26" fmla="*/ 1 w 21"/>
                <a:gd name="T27" fmla="*/ 69 h 338"/>
                <a:gd name="T28" fmla="*/ 1 w 21"/>
                <a:gd name="T29" fmla="*/ 38 h 338"/>
                <a:gd name="T30" fmla="*/ 1 w 21"/>
                <a:gd name="T31" fmla="*/ 23 h 338"/>
                <a:gd name="T32" fmla="*/ 0 w 21"/>
                <a:gd name="T33" fmla="*/ 13 h 338"/>
                <a:gd name="T34" fmla="*/ 3 w 21"/>
                <a:gd name="T35" fmla="*/ 5 h 338"/>
                <a:gd name="T36" fmla="*/ 9 w 21"/>
                <a:gd name="T37" fmla="*/ 1 h 338"/>
                <a:gd name="T38" fmla="*/ 21 w 21"/>
                <a:gd name="T39" fmla="*/ 0 h 338"/>
                <a:gd name="T40" fmla="*/ 21 w 21"/>
                <a:gd name="T41" fmla="*/ 0 h 338"/>
                <a:gd name="T42" fmla="*/ 9 w 21"/>
                <a:gd name="T43" fmla="*/ 70 h 338"/>
                <a:gd name="T44" fmla="*/ 11 w 21"/>
                <a:gd name="T45" fmla="*/ 222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8">
                  <a:moveTo>
                    <a:pt x="13" y="338"/>
                  </a:moveTo>
                  <a:cubicBezTo>
                    <a:pt x="11" y="337"/>
                    <a:pt x="9" y="336"/>
                    <a:pt x="8" y="335"/>
                  </a:cubicBezTo>
                  <a:cubicBezTo>
                    <a:pt x="7" y="335"/>
                    <a:pt x="7" y="334"/>
                    <a:pt x="7" y="334"/>
                  </a:cubicBezTo>
                  <a:cubicBezTo>
                    <a:pt x="6" y="332"/>
                    <a:pt x="6" y="332"/>
                    <a:pt x="5" y="331"/>
                  </a:cubicBezTo>
                  <a:cubicBezTo>
                    <a:pt x="5" y="329"/>
                    <a:pt x="4" y="327"/>
                    <a:pt x="4" y="324"/>
                  </a:cubicBezTo>
                  <a:cubicBezTo>
                    <a:pt x="4" y="324"/>
                    <a:pt x="4" y="323"/>
                    <a:pt x="4" y="323"/>
                  </a:cubicBezTo>
                  <a:cubicBezTo>
                    <a:pt x="7" y="323"/>
                    <a:pt x="10" y="323"/>
                    <a:pt x="13" y="323"/>
                  </a:cubicBezTo>
                  <a:lnTo>
                    <a:pt x="13" y="338"/>
                  </a:lnTo>
                  <a:close/>
                  <a:moveTo>
                    <a:pt x="11" y="222"/>
                  </a:moveTo>
                  <a:cubicBezTo>
                    <a:pt x="11" y="222"/>
                    <a:pt x="10" y="222"/>
                    <a:pt x="9" y="222"/>
                  </a:cubicBezTo>
                  <a:cubicBezTo>
                    <a:pt x="8" y="222"/>
                    <a:pt x="7" y="222"/>
                    <a:pt x="6" y="223"/>
                  </a:cubicBezTo>
                  <a:cubicBezTo>
                    <a:pt x="6" y="216"/>
                    <a:pt x="6" y="209"/>
                    <a:pt x="5" y="202"/>
                  </a:cubicBezTo>
                  <a:cubicBezTo>
                    <a:pt x="5" y="180"/>
                    <a:pt x="2" y="158"/>
                    <a:pt x="2" y="136"/>
                  </a:cubicBezTo>
                  <a:cubicBezTo>
                    <a:pt x="1" y="113"/>
                    <a:pt x="1" y="91"/>
                    <a:pt x="1" y="69"/>
                  </a:cubicBezTo>
                  <a:cubicBezTo>
                    <a:pt x="1" y="58"/>
                    <a:pt x="2" y="48"/>
                    <a:pt x="1" y="38"/>
                  </a:cubicBezTo>
                  <a:cubicBezTo>
                    <a:pt x="1" y="33"/>
                    <a:pt x="1" y="28"/>
                    <a:pt x="1" y="23"/>
                  </a:cubicBezTo>
                  <a:cubicBezTo>
                    <a:pt x="1" y="20"/>
                    <a:pt x="1" y="17"/>
                    <a:pt x="0" y="13"/>
                  </a:cubicBezTo>
                  <a:cubicBezTo>
                    <a:pt x="1" y="10"/>
                    <a:pt x="2" y="7"/>
                    <a:pt x="3" y="5"/>
                  </a:cubicBezTo>
                  <a:cubicBezTo>
                    <a:pt x="5" y="3"/>
                    <a:pt x="7" y="2"/>
                    <a:pt x="9" y="1"/>
                  </a:cubicBezTo>
                  <a:cubicBezTo>
                    <a:pt x="13" y="0"/>
                    <a:pt x="17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8" y="2"/>
                    <a:pt x="9" y="70"/>
                  </a:cubicBezTo>
                  <a:cubicBezTo>
                    <a:pt x="10" y="100"/>
                    <a:pt x="11" y="163"/>
                    <a:pt x="11" y="22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68" name="îs1îḓê">
              <a:extLst>
                <a:ext uri="{FF2B5EF4-FFF2-40B4-BE49-F238E27FC236}">
                  <a16:creationId xmlns:a16="http://schemas.microsoft.com/office/drawing/2014/main" id="{5D7F2E5E-5A43-4D7D-91B7-94B17BDB72E5}"/>
                </a:ext>
              </a:extLst>
            </p:cNvPr>
            <p:cNvSpPr/>
            <p:nvPr/>
          </p:nvSpPr>
          <p:spPr bwMode="auto">
            <a:xfrm>
              <a:off x="6670394" y="2653091"/>
              <a:ext cx="392951" cy="2422069"/>
            </a:xfrm>
            <a:custGeom>
              <a:avLst/>
              <a:gdLst>
                <a:gd name="T0" fmla="*/ 55 w 56"/>
                <a:gd name="T1" fmla="*/ 231 h 344"/>
                <a:gd name="T2" fmla="*/ 55 w 56"/>
                <a:gd name="T3" fmla="*/ 231 h 344"/>
                <a:gd name="T4" fmla="*/ 55 w 56"/>
                <a:gd name="T5" fmla="*/ 265 h 344"/>
                <a:gd name="T6" fmla="*/ 53 w 56"/>
                <a:gd name="T7" fmla="*/ 305 h 344"/>
                <a:gd name="T8" fmla="*/ 53 w 56"/>
                <a:gd name="T9" fmla="*/ 336 h 344"/>
                <a:gd name="T10" fmla="*/ 49 w 56"/>
                <a:gd name="T11" fmla="*/ 339 h 344"/>
                <a:gd name="T12" fmla="*/ 36 w 56"/>
                <a:gd name="T13" fmla="*/ 343 h 344"/>
                <a:gd name="T14" fmla="*/ 21 w 56"/>
                <a:gd name="T15" fmla="*/ 343 h 344"/>
                <a:gd name="T16" fmla="*/ 5 w 56"/>
                <a:gd name="T17" fmla="*/ 343 h 344"/>
                <a:gd name="T18" fmla="*/ 0 w 56"/>
                <a:gd name="T19" fmla="*/ 344 h 344"/>
                <a:gd name="T20" fmla="*/ 22 w 56"/>
                <a:gd name="T21" fmla="*/ 0 h 344"/>
                <a:gd name="T22" fmla="*/ 22 w 56"/>
                <a:gd name="T23" fmla="*/ 0 h 344"/>
                <a:gd name="T24" fmla="*/ 28 w 56"/>
                <a:gd name="T25" fmla="*/ 1 h 344"/>
                <a:gd name="T26" fmla="*/ 50 w 56"/>
                <a:gd name="T27" fmla="*/ 6 h 344"/>
                <a:gd name="T28" fmla="*/ 53 w 56"/>
                <a:gd name="T29" fmla="*/ 7 h 344"/>
                <a:gd name="T30" fmla="*/ 55 w 56"/>
                <a:gd name="T31" fmla="*/ 8 h 344"/>
                <a:gd name="T32" fmla="*/ 55 w 56"/>
                <a:gd name="T33" fmla="*/ 19 h 344"/>
                <a:gd name="T34" fmla="*/ 54 w 56"/>
                <a:gd name="T35" fmla="*/ 36 h 344"/>
                <a:gd name="T36" fmla="*/ 54 w 56"/>
                <a:gd name="T37" fmla="*/ 69 h 344"/>
                <a:gd name="T38" fmla="*/ 54 w 56"/>
                <a:gd name="T39" fmla="*/ 134 h 344"/>
                <a:gd name="T40" fmla="*/ 55 w 56"/>
                <a:gd name="T41" fmla="*/ 150 h 344"/>
                <a:gd name="T42" fmla="*/ 55 w 56"/>
                <a:gd name="T43" fmla="*/ 150 h 344"/>
                <a:gd name="T44" fmla="*/ 55 w 56"/>
                <a:gd name="T45" fmla="*/ 155 h 344"/>
                <a:gd name="T46" fmla="*/ 56 w 56"/>
                <a:gd name="T47" fmla="*/ 166 h 344"/>
                <a:gd name="T48" fmla="*/ 56 w 56"/>
                <a:gd name="T49" fmla="*/ 198 h 344"/>
                <a:gd name="T50" fmla="*/ 55 w 56"/>
                <a:gd name="T51" fmla="*/ 231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" h="344">
                  <a:moveTo>
                    <a:pt x="55" y="231"/>
                  </a:moveTo>
                  <a:cubicBezTo>
                    <a:pt x="55" y="231"/>
                    <a:pt x="55" y="231"/>
                    <a:pt x="55" y="231"/>
                  </a:cubicBezTo>
                  <a:cubicBezTo>
                    <a:pt x="55" y="243"/>
                    <a:pt x="55" y="254"/>
                    <a:pt x="55" y="265"/>
                  </a:cubicBezTo>
                  <a:cubicBezTo>
                    <a:pt x="54" y="278"/>
                    <a:pt x="54" y="292"/>
                    <a:pt x="53" y="305"/>
                  </a:cubicBezTo>
                  <a:cubicBezTo>
                    <a:pt x="52" y="315"/>
                    <a:pt x="51" y="326"/>
                    <a:pt x="53" y="336"/>
                  </a:cubicBezTo>
                  <a:cubicBezTo>
                    <a:pt x="51" y="337"/>
                    <a:pt x="50" y="338"/>
                    <a:pt x="49" y="339"/>
                  </a:cubicBezTo>
                  <a:cubicBezTo>
                    <a:pt x="45" y="342"/>
                    <a:pt x="41" y="342"/>
                    <a:pt x="36" y="343"/>
                  </a:cubicBezTo>
                  <a:cubicBezTo>
                    <a:pt x="31" y="343"/>
                    <a:pt x="26" y="343"/>
                    <a:pt x="21" y="343"/>
                  </a:cubicBezTo>
                  <a:cubicBezTo>
                    <a:pt x="16" y="343"/>
                    <a:pt x="10" y="343"/>
                    <a:pt x="5" y="343"/>
                  </a:cubicBezTo>
                  <a:cubicBezTo>
                    <a:pt x="3" y="343"/>
                    <a:pt x="2" y="343"/>
                    <a:pt x="0" y="344"/>
                  </a:cubicBezTo>
                  <a:cubicBezTo>
                    <a:pt x="49" y="20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4" y="0"/>
                    <a:pt x="26" y="1"/>
                    <a:pt x="28" y="1"/>
                  </a:cubicBezTo>
                  <a:cubicBezTo>
                    <a:pt x="36" y="2"/>
                    <a:pt x="43" y="4"/>
                    <a:pt x="50" y="6"/>
                  </a:cubicBezTo>
                  <a:cubicBezTo>
                    <a:pt x="51" y="6"/>
                    <a:pt x="52" y="7"/>
                    <a:pt x="53" y="7"/>
                  </a:cubicBezTo>
                  <a:cubicBezTo>
                    <a:pt x="54" y="8"/>
                    <a:pt x="55" y="8"/>
                    <a:pt x="55" y="8"/>
                  </a:cubicBezTo>
                  <a:cubicBezTo>
                    <a:pt x="55" y="12"/>
                    <a:pt x="55" y="15"/>
                    <a:pt x="55" y="19"/>
                  </a:cubicBezTo>
                  <a:cubicBezTo>
                    <a:pt x="54" y="24"/>
                    <a:pt x="54" y="30"/>
                    <a:pt x="54" y="36"/>
                  </a:cubicBezTo>
                  <a:cubicBezTo>
                    <a:pt x="54" y="47"/>
                    <a:pt x="54" y="58"/>
                    <a:pt x="54" y="69"/>
                  </a:cubicBezTo>
                  <a:cubicBezTo>
                    <a:pt x="54" y="91"/>
                    <a:pt x="52" y="112"/>
                    <a:pt x="54" y="134"/>
                  </a:cubicBezTo>
                  <a:cubicBezTo>
                    <a:pt x="54" y="139"/>
                    <a:pt x="55" y="145"/>
                    <a:pt x="55" y="150"/>
                  </a:cubicBezTo>
                  <a:cubicBezTo>
                    <a:pt x="55" y="150"/>
                    <a:pt x="55" y="150"/>
                    <a:pt x="55" y="150"/>
                  </a:cubicBezTo>
                  <a:cubicBezTo>
                    <a:pt x="54" y="152"/>
                    <a:pt x="54" y="154"/>
                    <a:pt x="55" y="155"/>
                  </a:cubicBezTo>
                  <a:cubicBezTo>
                    <a:pt x="56" y="159"/>
                    <a:pt x="56" y="162"/>
                    <a:pt x="56" y="166"/>
                  </a:cubicBezTo>
                  <a:cubicBezTo>
                    <a:pt x="56" y="177"/>
                    <a:pt x="56" y="187"/>
                    <a:pt x="56" y="198"/>
                  </a:cubicBezTo>
                  <a:cubicBezTo>
                    <a:pt x="56" y="209"/>
                    <a:pt x="55" y="220"/>
                    <a:pt x="55" y="23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69" name="iṥḻïḍe">
              <a:extLst>
                <a:ext uri="{FF2B5EF4-FFF2-40B4-BE49-F238E27FC236}">
                  <a16:creationId xmlns:a16="http://schemas.microsoft.com/office/drawing/2014/main" id="{95199C17-32E2-4E8A-8756-726A2C4D425E}"/>
                </a:ext>
              </a:extLst>
            </p:cNvPr>
            <p:cNvSpPr/>
            <p:nvPr/>
          </p:nvSpPr>
          <p:spPr bwMode="auto">
            <a:xfrm>
              <a:off x="5305229" y="2639541"/>
              <a:ext cx="1449853" cy="829940"/>
            </a:xfrm>
            <a:custGeom>
              <a:avLst/>
              <a:gdLst>
                <a:gd name="T0" fmla="*/ 190 w 206"/>
                <a:gd name="T1" fmla="*/ 88 h 118"/>
                <a:gd name="T2" fmla="*/ 205 w 206"/>
                <a:gd name="T3" fmla="*/ 64 h 118"/>
                <a:gd name="T4" fmla="*/ 204 w 206"/>
                <a:gd name="T5" fmla="*/ 51 h 118"/>
                <a:gd name="T6" fmla="*/ 204 w 206"/>
                <a:gd name="T7" fmla="*/ 50 h 118"/>
                <a:gd name="T8" fmla="*/ 190 w 206"/>
                <a:gd name="T9" fmla="*/ 30 h 118"/>
                <a:gd name="T10" fmla="*/ 171 w 206"/>
                <a:gd name="T11" fmla="*/ 16 h 118"/>
                <a:gd name="T12" fmla="*/ 116 w 206"/>
                <a:gd name="T13" fmla="*/ 2 h 118"/>
                <a:gd name="T14" fmla="*/ 9 w 206"/>
                <a:gd name="T15" fmla="*/ 41 h 118"/>
                <a:gd name="T16" fmla="*/ 10 w 206"/>
                <a:gd name="T17" fmla="*/ 44 h 118"/>
                <a:gd name="T18" fmla="*/ 10 w 206"/>
                <a:gd name="T19" fmla="*/ 44 h 118"/>
                <a:gd name="T20" fmla="*/ 0 w 206"/>
                <a:gd name="T21" fmla="*/ 67 h 118"/>
                <a:gd name="T22" fmla="*/ 30 w 206"/>
                <a:gd name="T23" fmla="*/ 106 h 118"/>
                <a:gd name="T24" fmla="*/ 82 w 206"/>
                <a:gd name="T25" fmla="*/ 116 h 118"/>
                <a:gd name="T26" fmla="*/ 143 w 206"/>
                <a:gd name="T27" fmla="*/ 114 h 118"/>
                <a:gd name="T28" fmla="*/ 190 w 206"/>
                <a:gd name="T29" fmla="*/ 88 h 118"/>
                <a:gd name="T30" fmla="*/ 62 w 206"/>
                <a:gd name="T31" fmla="*/ 106 h 118"/>
                <a:gd name="T32" fmla="*/ 62 w 206"/>
                <a:gd name="T33" fmla="*/ 106 h 118"/>
                <a:gd name="T34" fmla="*/ 17 w 206"/>
                <a:gd name="T35" fmla="*/ 88 h 118"/>
                <a:gd name="T36" fmla="*/ 8 w 206"/>
                <a:gd name="T37" fmla="*/ 56 h 118"/>
                <a:gd name="T38" fmla="*/ 32 w 206"/>
                <a:gd name="T39" fmla="*/ 35 h 118"/>
                <a:gd name="T40" fmla="*/ 32 w 206"/>
                <a:gd name="T41" fmla="*/ 31 h 118"/>
                <a:gd name="T42" fmla="*/ 112 w 206"/>
                <a:gd name="T43" fmla="*/ 9 h 118"/>
                <a:gd name="T44" fmla="*/ 166 w 206"/>
                <a:gd name="T45" fmla="*/ 21 h 118"/>
                <a:gd name="T46" fmla="*/ 184 w 206"/>
                <a:gd name="T47" fmla="*/ 34 h 118"/>
                <a:gd name="T48" fmla="*/ 192 w 206"/>
                <a:gd name="T49" fmla="*/ 43 h 118"/>
                <a:gd name="T50" fmla="*/ 197 w 206"/>
                <a:gd name="T51" fmla="*/ 51 h 118"/>
                <a:gd name="T52" fmla="*/ 195 w 206"/>
                <a:gd name="T53" fmla="*/ 69 h 118"/>
                <a:gd name="T54" fmla="*/ 175 w 206"/>
                <a:gd name="T55" fmla="*/ 90 h 118"/>
                <a:gd name="T56" fmla="*/ 125 w 206"/>
                <a:gd name="T57" fmla="*/ 107 h 118"/>
                <a:gd name="T58" fmla="*/ 62 w 206"/>
                <a:gd name="T59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06" h="118">
                  <a:moveTo>
                    <a:pt x="190" y="88"/>
                  </a:moveTo>
                  <a:cubicBezTo>
                    <a:pt x="197" y="81"/>
                    <a:pt x="203" y="73"/>
                    <a:pt x="205" y="64"/>
                  </a:cubicBezTo>
                  <a:cubicBezTo>
                    <a:pt x="206" y="59"/>
                    <a:pt x="205" y="55"/>
                    <a:pt x="204" y="51"/>
                  </a:cubicBezTo>
                  <a:cubicBezTo>
                    <a:pt x="204" y="50"/>
                    <a:pt x="204" y="50"/>
                    <a:pt x="204" y="50"/>
                  </a:cubicBezTo>
                  <a:cubicBezTo>
                    <a:pt x="202" y="43"/>
                    <a:pt x="195" y="36"/>
                    <a:pt x="190" y="30"/>
                  </a:cubicBezTo>
                  <a:cubicBezTo>
                    <a:pt x="185" y="24"/>
                    <a:pt x="178" y="19"/>
                    <a:pt x="171" y="16"/>
                  </a:cubicBezTo>
                  <a:cubicBezTo>
                    <a:pt x="154" y="7"/>
                    <a:pt x="134" y="3"/>
                    <a:pt x="116" y="2"/>
                  </a:cubicBezTo>
                  <a:cubicBezTo>
                    <a:pt x="76" y="0"/>
                    <a:pt x="40" y="18"/>
                    <a:pt x="9" y="41"/>
                  </a:cubicBezTo>
                  <a:cubicBezTo>
                    <a:pt x="8" y="42"/>
                    <a:pt x="9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3" y="50"/>
                    <a:pt x="0" y="58"/>
                    <a:pt x="0" y="67"/>
                  </a:cubicBezTo>
                  <a:cubicBezTo>
                    <a:pt x="2" y="84"/>
                    <a:pt x="16" y="97"/>
                    <a:pt x="30" y="106"/>
                  </a:cubicBezTo>
                  <a:cubicBezTo>
                    <a:pt x="46" y="115"/>
                    <a:pt x="65" y="115"/>
                    <a:pt x="82" y="116"/>
                  </a:cubicBezTo>
                  <a:cubicBezTo>
                    <a:pt x="102" y="117"/>
                    <a:pt x="123" y="118"/>
                    <a:pt x="143" y="114"/>
                  </a:cubicBezTo>
                  <a:cubicBezTo>
                    <a:pt x="161" y="110"/>
                    <a:pt x="178" y="101"/>
                    <a:pt x="190" y="88"/>
                  </a:cubicBezTo>
                  <a:close/>
                  <a:moveTo>
                    <a:pt x="62" y="106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46" y="105"/>
                    <a:pt x="28" y="100"/>
                    <a:pt x="17" y="88"/>
                  </a:cubicBezTo>
                  <a:cubicBezTo>
                    <a:pt x="9" y="79"/>
                    <a:pt x="3" y="67"/>
                    <a:pt x="8" y="56"/>
                  </a:cubicBezTo>
                  <a:cubicBezTo>
                    <a:pt x="13" y="45"/>
                    <a:pt x="25" y="42"/>
                    <a:pt x="32" y="35"/>
                  </a:cubicBezTo>
                  <a:cubicBezTo>
                    <a:pt x="34" y="34"/>
                    <a:pt x="33" y="32"/>
                    <a:pt x="32" y="31"/>
                  </a:cubicBezTo>
                  <a:cubicBezTo>
                    <a:pt x="57" y="18"/>
                    <a:pt x="84" y="8"/>
                    <a:pt x="112" y="9"/>
                  </a:cubicBezTo>
                  <a:cubicBezTo>
                    <a:pt x="130" y="9"/>
                    <a:pt x="149" y="14"/>
                    <a:pt x="166" y="21"/>
                  </a:cubicBezTo>
                  <a:cubicBezTo>
                    <a:pt x="173" y="24"/>
                    <a:pt x="179" y="28"/>
                    <a:pt x="184" y="34"/>
                  </a:cubicBezTo>
                  <a:cubicBezTo>
                    <a:pt x="187" y="36"/>
                    <a:pt x="189" y="40"/>
                    <a:pt x="192" y="43"/>
                  </a:cubicBezTo>
                  <a:cubicBezTo>
                    <a:pt x="194" y="46"/>
                    <a:pt x="195" y="49"/>
                    <a:pt x="197" y="51"/>
                  </a:cubicBezTo>
                  <a:cubicBezTo>
                    <a:pt x="198" y="57"/>
                    <a:pt x="198" y="63"/>
                    <a:pt x="195" y="69"/>
                  </a:cubicBezTo>
                  <a:cubicBezTo>
                    <a:pt x="190" y="77"/>
                    <a:pt x="183" y="84"/>
                    <a:pt x="175" y="90"/>
                  </a:cubicBezTo>
                  <a:cubicBezTo>
                    <a:pt x="161" y="100"/>
                    <a:pt x="143" y="107"/>
                    <a:pt x="125" y="107"/>
                  </a:cubicBezTo>
                  <a:cubicBezTo>
                    <a:pt x="104" y="108"/>
                    <a:pt x="83" y="108"/>
                    <a:pt x="62" y="10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70" name="îṣľïḋè">
              <a:extLst>
                <a:ext uri="{FF2B5EF4-FFF2-40B4-BE49-F238E27FC236}">
                  <a16:creationId xmlns:a16="http://schemas.microsoft.com/office/drawing/2014/main" id="{8D1E4504-EB83-4A36-80BC-2C563DB30781}"/>
                </a:ext>
              </a:extLst>
            </p:cNvPr>
            <p:cNvSpPr/>
            <p:nvPr/>
          </p:nvSpPr>
          <p:spPr bwMode="auto">
            <a:xfrm>
              <a:off x="5664305" y="2815692"/>
              <a:ext cx="182925" cy="189700"/>
            </a:xfrm>
            <a:custGeom>
              <a:avLst/>
              <a:gdLst>
                <a:gd name="T0" fmla="*/ 18 w 26"/>
                <a:gd name="T1" fmla="*/ 2 h 27"/>
                <a:gd name="T2" fmla="*/ 4 w 26"/>
                <a:gd name="T3" fmla="*/ 4 h 27"/>
                <a:gd name="T4" fmla="*/ 1 w 26"/>
                <a:gd name="T5" fmla="*/ 14 h 27"/>
                <a:gd name="T6" fmla="*/ 6 w 26"/>
                <a:gd name="T7" fmla="*/ 25 h 27"/>
                <a:gd name="T8" fmla="*/ 18 w 26"/>
                <a:gd name="T9" fmla="*/ 24 h 27"/>
                <a:gd name="T10" fmla="*/ 26 w 26"/>
                <a:gd name="T11" fmla="*/ 12 h 27"/>
                <a:gd name="T12" fmla="*/ 18 w 26"/>
                <a:gd name="T13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7">
                  <a:moveTo>
                    <a:pt x="18" y="2"/>
                  </a:moveTo>
                  <a:cubicBezTo>
                    <a:pt x="13" y="0"/>
                    <a:pt x="8" y="1"/>
                    <a:pt x="4" y="4"/>
                  </a:cubicBezTo>
                  <a:cubicBezTo>
                    <a:pt x="1" y="6"/>
                    <a:pt x="0" y="10"/>
                    <a:pt x="1" y="14"/>
                  </a:cubicBezTo>
                  <a:cubicBezTo>
                    <a:pt x="0" y="18"/>
                    <a:pt x="2" y="22"/>
                    <a:pt x="6" y="25"/>
                  </a:cubicBezTo>
                  <a:cubicBezTo>
                    <a:pt x="10" y="27"/>
                    <a:pt x="15" y="26"/>
                    <a:pt x="18" y="24"/>
                  </a:cubicBezTo>
                  <a:cubicBezTo>
                    <a:pt x="23" y="22"/>
                    <a:pt x="26" y="17"/>
                    <a:pt x="26" y="12"/>
                  </a:cubicBezTo>
                  <a:cubicBezTo>
                    <a:pt x="26" y="7"/>
                    <a:pt x="22" y="4"/>
                    <a:pt x="18" y="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71" name="ïṡlîḑê">
              <a:extLst>
                <a:ext uri="{FF2B5EF4-FFF2-40B4-BE49-F238E27FC236}">
                  <a16:creationId xmlns:a16="http://schemas.microsoft.com/office/drawing/2014/main" id="{04F26893-CBC2-4620-82DE-BEC32D3A79AA}"/>
                </a:ext>
              </a:extLst>
            </p:cNvPr>
            <p:cNvSpPr/>
            <p:nvPr/>
          </p:nvSpPr>
          <p:spPr bwMode="auto">
            <a:xfrm>
              <a:off x="6175817" y="2795367"/>
              <a:ext cx="220189" cy="203250"/>
            </a:xfrm>
            <a:custGeom>
              <a:avLst/>
              <a:gdLst>
                <a:gd name="T0" fmla="*/ 20 w 31"/>
                <a:gd name="T1" fmla="*/ 2 h 29"/>
                <a:gd name="T2" fmla="*/ 8 w 31"/>
                <a:gd name="T3" fmla="*/ 3 h 29"/>
                <a:gd name="T4" fmla="*/ 1 w 31"/>
                <a:gd name="T5" fmla="*/ 19 h 29"/>
                <a:gd name="T6" fmla="*/ 10 w 31"/>
                <a:gd name="T7" fmla="*/ 27 h 29"/>
                <a:gd name="T8" fmla="*/ 24 w 31"/>
                <a:gd name="T9" fmla="*/ 27 h 29"/>
                <a:gd name="T10" fmla="*/ 31 w 31"/>
                <a:gd name="T11" fmla="*/ 15 h 29"/>
                <a:gd name="T12" fmla="*/ 20 w 31"/>
                <a:gd name="T13" fmla="*/ 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29">
                  <a:moveTo>
                    <a:pt x="20" y="2"/>
                  </a:moveTo>
                  <a:cubicBezTo>
                    <a:pt x="16" y="0"/>
                    <a:pt x="12" y="0"/>
                    <a:pt x="8" y="3"/>
                  </a:cubicBezTo>
                  <a:cubicBezTo>
                    <a:pt x="3" y="6"/>
                    <a:pt x="0" y="13"/>
                    <a:pt x="1" y="19"/>
                  </a:cubicBezTo>
                  <a:cubicBezTo>
                    <a:pt x="2" y="23"/>
                    <a:pt x="6" y="26"/>
                    <a:pt x="10" y="27"/>
                  </a:cubicBezTo>
                  <a:cubicBezTo>
                    <a:pt x="15" y="28"/>
                    <a:pt x="20" y="29"/>
                    <a:pt x="24" y="27"/>
                  </a:cubicBezTo>
                  <a:cubicBezTo>
                    <a:pt x="29" y="25"/>
                    <a:pt x="31" y="19"/>
                    <a:pt x="31" y="15"/>
                  </a:cubicBezTo>
                  <a:cubicBezTo>
                    <a:pt x="31" y="9"/>
                    <a:pt x="26" y="4"/>
                    <a:pt x="20" y="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72" name="iš1îḑe">
              <a:extLst>
                <a:ext uri="{FF2B5EF4-FFF2-40B4-BE49-F238E27FC236}">
                  <a16:creationId xmlns:a16="http://schemas.microsoft.com/office/drawing/2014/main" id="{421E69CB-70D7-4624-B2B3-D32FE4E183B9}"/>
                </a:ext>
              </a:extLst>
            </p:cNvPr>
            <p:cNvSpPr/>
            <p:nvPr/>
          </p:nvSpPr>
          <p:spPr bwMode="auto">
            <a:xfrm>
              <a:off x="5823517" y="3012167"/>
              <a:ext cx="372626" cy="162600"/>
            </a:xfrm>
            <a:custGeom>
              <a:avLst/>
              <a:gdLst>
                <a:gd name="T0" fmla="*/ 46 w 53"/>
                <a:gd name="T1" fmla="*/ 3 h 23"/>
                <a:gd name="T2" fmla="*/ 35 w 53"/>
                <a:gd name="T3" fmla="*/ 10 h 23"/>
                <a:gd name="T4" fmla="*/ 24 w 53"/>
                <a:gd name="T5" fmla="*/ 11 h 23"/>
                <a:gd name="T6" fmla="*/ 15 w 53"/>
                <a:gd name="T7" fmla="*/ 9 h 23"/>
                <a:gd name="T8" fmla="*/ 7 w 53"/>
                <a:gd name="T9" fmla="*/ 3 h 23"/>
                <a:gd name="T10" fmla="*/ 4 w 53"/>
                <a:gd name="T11" fmla="*/ 4 h 23"/>
                <a:gd name="T12" fmla="*/ 21 w 53"/>
                <a:gd name="T13" fmla="*/ 20 h 23"/>
                <a:gd name="T14" fmla="*/ 52 w 53"/>
                <a:gd name="T15" fmla="*/ 9 h 23"/>
                <a:gd name="T16" fmla="*/ 46 w 53"/>
                <a:gd name="T17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3">
                  <a:moveTo>
                    <a:pt x="46" y="3"/>
                  </a:moveTo>
                  <a:cubicBezTo>
                    <a:pt x="42" y="5"/>
                    <a:pt x="39" y="8"/>
                    <a:pt x="35" y="10"/>
                  </a:cubicBezTo>
                  <a:cubicBezTo>
                    <a:pt x="32" y="11"/>
                    <a:pt x="28" y="12"/>
                    <a:pt x="24" y="11"/>
                  </a:cubicBezTo>
                  <a:cubicBezTo>
                    <a:pt x="21" y="11"/>
                    <a:pt x="18" y="10"/>
                    <a:pt x="15" y="9"/>
                  </a:cubicBezTo>
                  <a:cubicBezTo>
                    <a:pt x="12" y="8"/>
                    <a:pt x="10" y="5"/>
                    <a:pt x="7" y="3"/>
                  </a:cubicBezTo>
                  <a:cubicBezTo>
                    <a:pt x="6" y="3"/>
                    <a:pt x="5" y="2"/>
                    <a:pt x="4" y="4"/>
                  </a:cubicBezTo>
                  <a:cubicBezTo>
                    <a:pt x="0" y="13"/>
                    <a:pt x="15" y="19"/>
                    <a:pt x="21" y="20"/>
                  </a:cubicBezTo>
                  <a:cubicBezTo>
                    <a:pt x="31" y="23"/>
                    <a:pt x="47" y="19"/>
                    <a:pt x="52" y="9"/>
                  </a:cubicBezTo>
                  <a:cubicBezTo>
                    <a:pt x="53" y="5"/>
                    <a:pt x="50" y="0"/>
                    <a:pt x="46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73" name="ïṥḻîdê">
              <a:extLst>
                <a:ext uri="{FF2B5EF4-FFF2-40B4-BE49-F238E27FC236}">
                  <a16:creationId xmlns:a16="http://schemas.microsoft.com/office/drawing/2014/main" id="{B4C585AA-32E3-4B18-A4C1-AADEDA4AF6A9}"/>
                </a:ext>
              </a:extLst>
            </p:cNvPr>
            <p:cNvSpPr/>
            <p:nvPr/>
          </p:nvSpPr>
          <p:spPr bwMode="auto">
            <a:xfrm>
              <a:off x="5091815" y="3476255"/>
              <a:ext cx="111789" cy="311651"/>
            </a:xfrm>
            <a:custGeom>
              <a:avLst/>
              <a:gdLst>
                <a:gd name="T0" fmla="*/ 10 w 16"/>
                <a:gd name="T1" fmla="*/ 4 h 44"/>
                <a:gd name="T2" fmla="*/ 3 w 16"/>
                <a:gd name="T3" fmla="*/ 3 h 44"/>
                <a:gd name="T4" fmla="*/ 3 w 16"/>
                <a:gd name="T5" fmla="*/ 22 h 44"/>
                <a:gd name="T6" fmla="*/ 3 w 16"/>
                <a:gd name="T7" fmla="*/ 29 h 44"/>
                <a:gd name="T8" fmla="*/ 2 w 16"/>
                <a:gd name="T9" fmla="*/ 37 h 44"/>
                <a:gd name="T10" fmla="*/ 10 w 16"/>
                <a:gd name="T11" fmla="*/ 41 h 44"/>
                <a:gd name="T12" fmla="*/ 14 w 16"/>
                <a:gd name="T13" fmla="*/ 24 h 44"/>
                <a:gd name="T14" fmla="*/ 10 w 16"/>
                <a:gd name="T15" fmla="*/ 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44">
                  <a:moveTo>
                    <a:pt x="10" y="4"/>
                  </a:moveTo>
                  <a:cubicBezTo>
                    <a:pt x="9" y="1"/>
                    <a:pt x="4" y="0"/>
                    <a:pt x="3" y="3"/>
                  </a:cubicBezTo>
                  <a:cubicBezTo>
                    <a:pt x="0" y="9"/>
                    <a:pt x="3" y="15"/>
                    <a:pt x="3" y="22"/>
                  </a:cubicBezTo>
                  <a:cubicBezTo>
                    <a:pt x="2" y="24"/>
                    <a:pt x="3" y="26"/>
                    <a:pt x="3" y="29"/>
                  </a:cubicBezTo>
                  <a:cubicBezTo>
                    <a:pt x="3" y="32"/>
                    <a:pt x="2" y="34"/>
                    <a:pt x="2" y="37"/>
                  </a:cubicBezTo>
                  <a:cubicBezTo>
                    <a:pt x="2" y="41"/>
                    <a:pt x="6" y="44"/>
                    <a:pt x="10" y="41"/>
                  </a:cubicBezTo>
                  <a:cubicBezTo>
                    <a:pt x="16" y="38"/>
                    <a:pt x="15" y="30"/>
                    <a:pt x="14" y="24"/>
                  </a:cubicBezTo>
                  <a:cubicBezTo>
                    <a:pt x="13" y="17"/>
                    <a:pt x="12" y="10"/>
                    <a:pt x="10" y="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74" name="îṣļídé">
              <a:extLst>
                <a:ext uri="{FF2B5EF4-FFF2-40B4-BE49-F238E27FC236}">
                  <a16:creationId xmlns:a16="http://schemas.microsoft.com/office/drawing/2014/main" id="{5EA1E0A2-02F1-43BB-ACB8-7F934D8211A3}"/>
                </a:ext>
              </a:extLst>
            </p:cNvPr>
            <p:cNvSpPr/>
            <p:nvPr/>
          </p:nvSpPr>
          <p:spPr bwMode="auto">
            <a:xfrm>
              <a:off x="5213765" y="3476255"/>
              <a:ext cx="111789" cy="311651"/>
            </a:xfrm>
            <a:custGeom>
              <a:avLst/>
              <a:gdLst>
                <a:gd name="T0" fmla="*/ 9 w 16"/>
                <a:gd name="T1" fmla="*/ 2 h 44"/>
                <a:gd name="T2" fmla="*/ 4 w 16"/>
                <a:gd name="T3" fmla="*/ 2 h 44"/>
                <a:gd name="T4" fmla="*/ 1 w 16"/>
                <a:gd name="T5" fmla="*/ 21 h 44"/>
                <a:gd name="T6" fmla="*/ 2 w 16"/>
                <a:gd name="T7" fmla="*/ 29 h 44"/>
                <a:gd name="T8" fmla="*/ 1 w 16"/>
                <a:gd name="T9" fmla="*/ 39 h 44"/>
                <a:gd name="T10" fmla="*/ 9 w 16"/>
                <a:gd name="T11" fmla="*/ 42 h 44"/>
                <a:gd name="T12" fmla="*/ 13 w 16"/>
                <a:gd name="T13" fmla="*/ 23 h 44"/>
                <a:gd name="T14" fmla="*/ 9 w 16"/>
                <a:gd name="T15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44">
                  <a:moveTo>
                    <a:pt x="9" y="2"/>
                  </a:moveTo>
                  <a:cubicBezTo>
                    <a:pt x="8" y="0"/>
                    <a:pt x="5" y="0"/>
                    <a:pt x="4" y="2"/>
                  </a:cubicBezTo>
                  <a:cubicBezTo>
                    <a:pt x="0" y="7"/>
                    <a:pt x="1" y="15"/>
                    <a:pt x="1" y="21"/>
                  </a:cubicBezTo>
                  <a:cubicBezTo>
                    <a:pt x="1" y="24"/>
                    <a:pt x="2" y="27"/>
                    <a:pt x="2" y="29"/>
                  </a:cubicBezTo>
                  <a:cubicBezTo>
                    <a:pt x="2" y="33"/>
                    <a:pt x="1" y="35"/>
                    <a:pt x="1" y="39"/>
                  </a:cubicBezTo>
                  <a:cubicBezTo>
                    <a:pt x="2" y="43"/>
                    <a:pt x="6" y="44"/>
                    <a:pt x="9" y="42"/>
                  </a:cubicBezTo>
                  <a:cubicBezTo>
                    <a:pt x="16" y="39"/>
                    <a:pt x="14" y="29"/>
                    <a:pt x="13" y="23"/>
                  </a:cubicBezTo>
                  <a:cubicBezTo>
                    <a:pt x="12" y="16"/>
                    <a:pt x="13" y="7"/>
                    <a:pt x="9" y="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75" name="iṣļïḑè">
              <a:extLst>
                <a:ext uri="{FF2B5EF4-FFF2-40B4-BE49-F238E27FC236}">
                  <a16:creationId xmlns:a16="http://schemas.microsoft.com/office/drawing/2014/main" id="{F0932037-2A87-41FB-BD63-389F4EC50C15}"/>
                </a:ext>
              </a:extLst>
            </p:cNvPr>
            <p:cNvSpPr/>
            <p:nvPr/>
          </p:nvSpPr>
          <p:spPr bwMode="auto">
            <a:xfrm>
              <a:off x="5352654" y="3483030"/>
              <a:ext cx="98239" cy="304876"/>
            </a:xfrm>
            <a:custGeom>
              <a:avLst/>
              <a:gdLst>
                <a:gd name="T0" fmla="*/ 11 w 14"/>
                <a:gd name="T1" fmla="*/ 10 h 43"/>
                <a:gd name="T2" fmla="*/ 9 w 14"/>
                <a:gd name="T3" fmla="*/ 2 h 43"/>
                <a:gd name="T4" fmla="*/ 4 w 14"/>
                <a:gd name="T5" fmla="*/ 2 h 43"/>
                <a:gd name="T6" fmla="*/ 2 w 14"/>
                <a:gd name="T7" fmla="*/ 10 h 43"/>
                <a:gd name="T8" fmla="*/ 1 w 14"/>
                <a:gd name="T9" fmla="*/ 19 h 43"/>
                <a:gd name="T10" fmla="*/ 3 w 14"/>
                <a:gd name="T11" fmla="*/ 37 h 43"/>
                <a:gd name="T12" fmla="*/ 14 w 14"/>
                <a:gd name="T13" fmla="*/ 35 h 43"/>
                <a:gd name="T14" fmla="*/ 12 w 14"/>
                <a:gd name="T15" fmla="*/ 19 h 43"/>
                <a:gd name="T16" fmla="*/ 11 w 14"/>
                <a:gd name="T17" fmla="*/ 1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43">
                  <a:moveTo>
                    <a:pt x="11" y="10"/>
                  </a:moveTo>
                  <a:cubicBezTo>
                    <a:pt x="11" y="7"/>
                    <a:pt x="11" y="4"/>
                    <a:pt x="9" y="2"/>
                  </a:cubicBezTo>
                  <a:cubicBezTo>
                    <a:pt x="8" y="0"/>
                    <a:pt x="5" y="0"/>
                    <a:pt x="4" y="2"/>
                  </a:cubicBezTo>
                  <a:cubicBezTo>
                    <a:pt x="2" y="4"/>
                    <a:pt x="2" y="7"/>
                    <a:pt x="2" y="10"/>
                  </a:cubicBezTo>
                  <a:cubicBezTo>
                    <a:pt x="1" y="13"/>
                    <a:pt x="1" y="16"/>
                    <a:pt x="1" y="19"/>
                  </a:cubicBezTo>
                  <a:cubicBezTo>
                    <a:pt x="1" y="24"/>
                    <a:pt x="0" y="32"/>
                    <a:pt x="3" y="37"/>
                  </a:cubicBezTo>
                  <a:cubicBezTo>
                    <a:pt x="5" y="43"/>
                    <a:pt x="13" y="42"/>
                    <a:pt x="14" y="35"/>
                  </a:cubicBezTo>
                  <a:cubicBezTo>
                    <a:pt x="14" y="30"/>
                    <a:pt x="13" y="24"/>
                    <a:pt x="12" y="19"/>
                  </a:cubicBezTo>
                  <a:cubicBezTo>
                    <a:pt x="12" y="16"/>
                    <a:pt x="12" y="13"/>
                    <a:pt x="11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76" name="ïṥḷïdè">
              <a:extLst>
                <a:ext uri="{FF2B5EF4-FFF2-40B4-BE49-F238E27FC236}">
                  <a16:creationId xmlns:a16="http://schemas.microsoft.com/office/drawing/2014/main" id="{5762CEF2-6D81-4FB2-80B5-D85BCAFA5A31}"/>
                </a:ext>
              </a:extLst>
            </p:cNvPr>
            <p:cNvSpPr/>
            <p:nvPr/>
          </p:nvSpPr>
          <p:spPr bwMode="auto">
            <a:xfrm>
              <a:off x="6162267" y="3513518"/>
              <a:ext cx="633465" cy="633465"/>
            </a:xfrm>
            <a:custGeom>
              <a:avLst/>
              <a:gdLst>
                <a:gd name="T0" fmla="*/ 86 w 90"/>
                <a:gd name="T1" fmla="*/ 47 h 90"/>
                <a:gd name="T2" fmla="*/ 72 w 90"/>
                <a:gd name="T3" fmla="*/ 9 h 90"/>
                <a:gd name="T4" fmla="*/ 50 w 90"/>
                <a:gd name="T5" fmla="*/ 1 h 90"/>
                <a:gd name="T6" fmla="*/ 27 w 90"/>
                <a:gd name="T7" fmla="*/ 6 h 90"/>
                <a:gd name="T8" fmla="*/ 26 w 90"/>
                <a:gd name="T9" fmla="*/ 6 h 90"/>
                <a:gd name="T10" fmla="*/ 21 w 90"/>
                <a:gd name="T11" fmla="*/ 8 h 90"/>
                <a:gd name="T12" fmla="*/ 6 w 90"/>
                <a:gd name="T13" fmla="*/ 26 h 90"/>
                <a:gd name="T14" fmla="*/ 17 w 90"/>
                <a:gd name="T15" fmla="*/ 70 h 90"/>
                <a:gd name="T16" fmla="*/ 86 w 90"/>
                <a:gd name="T17" fmla="*/ 47 h 90"/>
                <a:gd name="T18" fmla="*/ 17 w 90"/>
                <a:gd name="T19" fmla="*/ 34 h 90"/>
                <a:gd name="T20" fmla="*/ 17 w 90"/>
                <a:gd name="T21" fmla="*/ 34 h 90"/>
                <a:gd name="T22" fmla="*/ 26 w 90"/>
                <a:gd name="T23" fmla="*/ 18 h 90"/>
                <a:gd name="T24" fmla="*/ 32 w 90"/>
                <a:gd name="T25" fmla="*/ 14 h 90"/>
                <a:gd name="T26" fmla="*/ 39 w 90"/>
                <a:gd name="T27" fmla="*/ 14 h 90"/>
                <a:gd name="T28" fmla="*/ 52 w 90"/>
                <a:gd name="T29" fmla="*/ 15 h 90"/>
                <a:gd name="T30" fmla="*/ 69 w 90"/>
                <a:gd name="T31" fmla="*/ 24 h 90"/>
                <a:gd name="T32" fmla="*/ 73 w 90"/>
                <a:gd name="T33" fmla="*/ 32 h 90"/>
                <a:gd name="T34" fmla="*/ 73 w 90"/>
                <a:gd name="T35" fmla="*/ 35 h 90"/>
                <a:gd name="T36" fmla="*/ 64 w 90"/>
                <a:gd name="T37" fmla="*/ 36 h 90"/>
                <a:gd name="T38" fmla="*/ 50 w 90"/>
                <a:gd name="T39" fmla="*/ 40 h 90"/>
                <a:gd name="T40" fmla="*/ 53 w 90"/>
                <a:gd name="T41" fmla="*/ 45 h 90"/>
                <a:gd name="T42" fmla="*/ 65 w 90"/>
                <a:gd name="T43" fmla="*/ 46 h 90"/>
                <a:gd name="T44" fmla="*/ 71 w 90"/>
                <a:gd name="T45" fmla="*/ 47 h 90"/>
                <a:gd name="T46" fmla="*/ 66 w 90"/>
                <a:gd name="T47" fmla="*/ 54 h 90"/>
                <a:gd name="T48" fmla="*/ 35 w 90"/>
                <a:gd name="T49" fmla="*/ 65 h 90"/>
                <a:gd name="T50" fmla="*/ 17 w 90"/>
                <a:gd name="T51" fmla="*/ 3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0" h="90">
                  <a:moveTo>
                    <a:pt x="86" y="47"/>
                  </a:moveTo>
                  <a:cubicBezTo>
                    <a:pt x="90" y="33"/>
                    <a:pt x="84" y="17"/>
                    <a:pt x="72" y="9"/>
                  </a:cubicBezTo>
                  <a:cubicBezTo>
                    <a:pt x="66" y="4"/>
                    <a:pt x="58" y="2"/>
                    <a:pt x="50" y="1"/>
                  </a:cubicBezTo>
                  <a:cubicBezTo>
                    <a:pt x="42" y="0"/>
                    <a:pt x="32" y="0"/>
                    <a:pt x="27" y="6"/>
                  </a:cubicBezTo>
                  <a:cubicBezTo>
                    <a:pt x="27" y="6"/>
                    <a:pt x="26" y="6"/>
                    <a:pt x="26" y="6"/>
                  </a:cubicBezTo>
                  <a:cubicBezTo>
                    <a:pt x="25" y="6"/>
                    <a:pt x="23" y="7"/>
                    <a:pt x="21" y="8"/>
                  </a:cubicBezTo>
                  <a:cubicBezTo>
                    <a:pt x="14" y="11"/>
                    <a:pt x="9" y="18"/>
                    <a:pt x="6" y="26"/>
                  </a:cubicBezTo>
                  <a:cubicBezTo>
                    <a:pt x="0" y="40"/>
                    <a:pt x="5" y="59"/>
                    <a:pt x="17" y="70"/>
                  </a:cubicBezTo>
                  <a:cubicBezTo>
                    <a:pt x="39" y="90"/>
                    <a:pt x="77" y="74"/>
                    <a:pt x="86" y="47"/>
                  </a:cubicBezTo>
                  <a:close/>
                  <a:moveTo>
                    <a:pt x="17" y="34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18" y="28"/>
                    <a:pt x="20" y="22"/>
                    <a:pt x="26" y="18"/>
                  </a:cubicBezTo>
                  <a:cubicBezTo>
                    <a:pt x="28" y="17"/>
                    <a:pt x="30" y="15"/>
                    <a:pt x="32" y="14"/>
                  </a:cubicBezTo>
                  <a:cubicBezTo>
                    <a:pt x="34" y="15"/>
                    <a:pt x="37" y="15"/>
                    <a:pt x="39" y="14"/>
                  </a:cubicBezTo>
                  <a:cubicBezTo>
                    <a:pt x="43" y="14"/>
                    <a:pt x="48" y="14"/>
                    <a:pt x="52" y="15"/>
                  </a:cubicBezTo>
                  <a:cubicBezTo>
                    <a:pt x="58" y="15"/>
                    <a:pt x="65" y="19"/>
                    <a:pt x="69" y="24"/>
                  </a:cubicBezTo>
                  <a:cubicBezTo>
                    <a:pt x="71" y="27"/>
                    <a:pt x="72" y="29"/>
                    <a:pt x="73" y="32"/>
                  </a:cubicBezTo>
                  <a:cubicBezTo>
                    <a:pt x="73" y="34"/>
                    <a:pt x="73" y="34"/>
                    <a:pt x="73" y="35"/>
                  </a:cubicBezTo>
                  <a:cubicBezTo>
                    <a:pt x="70" y="35"/>
                    <a:pt x="67" y="35"/>
                    <a:pt x="64" y="36"/>
                  </a:cubicBezTo>
                  <a:cubicBezTo>
                    <a:pt x="59" y="37"/>
                    <a:pt x="54" y="36"/>
                    <a:pt x="50" y="40"/>
                  </a:cubicBezTo>
                  <a:cubicBezTo>
                    <a:pt x="48" y="42"/>
                    <a:pt x="50" y="46"/>
                    <a:pt x="53" y="45"/>
                  </a:cubicBezTo>
                  <a:cubicBezTo>
                    <a:pt x="57" y="44"/>
                    <a:pt x="61" y="46"/>
                    <a:pt x="65" y="46"/>
                  </a:cubicBezTo>
                  <a:cubicBezTo>
                    <a:pt x="67" y="47"/>
                    <a:pt x="69" y="46"/>
                    <a:pt x="71" y="47"/>
                  </a:cubicBezTo>
                  <a:cubicBezTo>
                    <a:pt x="70" y="49"/>
                    <a:pt x="68" y="52"/>
                    <a:pt x="66" y="54"/>
                  </a:cubicBezTo>
                  <a:cubicBezTo>
                    <a:pt x="58" y="62"/>
                    <a:pt x="46" y="67"/>
                    <a:pt x="35" y="65"/>
                  </a:cubicBezTo>
                  <a:cubicBezTo>
                    <a:pt x="22" y="62"/>
                    <a:pt x="15" y="47"/>
                    <a:pt x="17" y="3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77" name="ïşľiḑê">
              <a:extLst>
                <a:ext uri="{FF2B5EF4-FFF2-40B4-BE49-F238E27FC236}">
                  <a16:creationId xmlns:a16="http://schemas.microsoft.com/office/drawing/2014/main" id="{84A6C5FC-B484-4A58-9703-57E252DA4425}"/>
                </a:ext>
              </a:extLst>
            </p:cNvPr>
            <p:cNvSpPr/>
            <p:nvPr/>
          </p:nvSpPr>
          <p:spPr bwMode="auto">
            <a:xfrm>
              <a:off x="6372293" y="4130045"/>
              <a:ext cx="626690" cy="880752"/>
            </a:xfrm>
            <a:custGeom>
              <a:avLst/>
              <a:gdLst>
                <a:gd name="T0" fmla="*/ 87 w 89"/>
                <a:gd name="T1" fmla="*/ 62 h 125"/>
                <a:gd name="T2" fmla="*/ 88 w 89"/>
                <a:gd name="T3" fmla="*/ 31 h 125"/>
                <a:gd name="T4" fmla="*/ 84 w 89"/>
                <a:gd name="T5" fmla="*/ 14 h 125"/>
                <a:gd name="T6" fmla="*/ 74 w 89"/>
                <a:gd name="T7" fmla="*/ 5 h 125"/>
                <a:gd name="T8" fmla="*/ 47 w 89"/>
                <a:gd name="T9" fmla="*/ 1 h 125"/>
                <a:gd name="T10" fmla="*/ 13 w 89"/>
                <a:gd name="T11" fmla="*/ 2 h 125"/>
                <a:gd name="T12" fmla="*/ 2 w 89"/>
                <a:gd name="T13" fmla="*/ 7 h 125"/>
                <a:gd name="T14" fmla="*/ 4 w 89"/>
                <a:gd name="T15" fmla="*/ 19 h 125"/>
                <a:gd name="T16" fmla="*/ 3 w 89"/>
                <a:gd name="T17" fmla="*/ 30 h 125"/>
                <a:gd name="T18" fmla="*/ 3 w 89"/>
                <a:gd name="T19" fmla="*/ 45 h 125"/>
                <a:gd name="T20" fmla="*/ 4 w 89"/>
                <a:gd name="T21" fmla="*/ 75 h 125"/>
                <a:gd name="T22" fmla="*/ 3 w 89"/>
                <a:gd name="T23" fmla="*/ 103 h 125"/>
                <a:gd name="T24" fmla="*/ 11 w 89"/>
                <a:gd name="T25" fmla="*/ 118 h 125"/>
                <a:gd name="T26" fmla="*/ 41 w 89"/>
                <a:gd name="T27" fmla="*/ 124 h 125"/>
                <a:gd name="T28" fmla="*/ 57 w 89"/>
                <a:gd name="T29" fmla="*/ 123 h 125"/>
                <a:gd name="T30" fmla="*/ 69 w 89"/>
                <a:gd name="T31" fmla="*/ 123 h 125"/>
                <a:gd name="T32" fmla="*/ 81 w 89"/>
                <a:gd name="T33" fmla="*/ 121 h 125"/>
                <a:gd name="T34" fmla="*/ 83 w 89"/>
                <a:gd name="T35" fmla="*/ 120 h 125"/>
                <a:gd name="T36" fmla="*/ 88 w 89"/>
                <a:gd name="T37" fmla="*/ 109 h 125"/>
                <a:gd name="T38" fmla="*/ 88 w 89"/>
                <a:gd name="T39" fmla="*/ 93 h 125"/>
                <a:gd name="T40" fmla="*/ 87 w 89"/>
                <a:gd name="T41" fmla="*/ 62 h 125"/>
                <a:gd name="T42" fmla="*/ 79 w 89"/>
                <a:gd name="T43" fmla="*/ 114 h 125"/>
                <a:gd name="T44" fmla="*/ 79 w 89"/>
                <a:gd name="T45" fmla="*/ 114 h 125"/>
                <a:gd name="T46" fmla="*/ 71 w 89"/>
                <a:gd name="T47" fmla="*/ 113 h 125"/>
                <a:gd name="T48" fmla="*/ 58 w 89"/>
                <a:gd name="T49" fmla="*/ 114 h 125"/>
                <a:gd name="T50" fmla="*/ 44 w 89"/>
                <a:gd name="T51" fmla="*/ 115 h 125"/>
                <a:gd name="T52" fmla="*/ 17 w 89"/>
                <a:gd name="T53" fmla="*/ 112 h 125"/>
                <a:gd name="T54" fmla="*/ 12 w 89"/>
                <a:gd name="T55" fmla="*/ 99 h 125"/>
                <a:gd name="T56" fmla="*/ 13 w 89"/>
                <a:gd name="T57" fmla="*/ 72 h 125"/>
                <a:gd name="T58" fmla="*/ 11 w 89"/>
                <a:gd name="T59" fmla="*/ 45 h 125"/>
                <a:gd name="T60" fmla="*/ 9 w 89"/>
                <a:gd name="T61" fmla="*/ 16 h 125"/>
                <a:gd name="T62" fmla="*/ 11 w 89"/>
                <a:gd name="T63" fmla="*/ 12 h 125"/>
                <a:gd name="T64" fmla="*/ 21 w 89"/>
                <a:gd name="T65" fmla="*/ 10 h 125"/>
                <a:gd name="T66" fmla="*/ 49 w 89"/>
                <a:gd name="T67" fmla="*/ 10 h 125"/>
                <a:gd name="T68" fmla="*/ 69 w 89"/>
                <a:gd name="T69" fmla="*/ 12 h 125"/>
                <a:gd name="T70" fmla="*/ 76 w 89"/>
                <a:gd name="T71" fmla="*/ 15 h 125"/>
                <a:gd name="T72" fmla="*/ 79 w 89"/>
                <a:gd name="T73" fmla="*/ 19 h 125"/>
                <a:gd name="T74" fmla="*/ 79 w 89"/>
                <a:gd name="T75" fmla="*/ 24 h 125"/>
                <a:gd name="T76" fmla="*/ 78 w 89"/>
                <a:gd name="T77" fmla="*/ 35 h 125"/>
                <a:gd name="T78" fmla="*/ 78 w 89"/>
                <a:gd name="T79" fmla="*/ 64 h 125"/>
                <a:gd name="T80" fmla="*/ 79 w 89"/>
                <a:gd name="T81" fmla="*/ 91 h 125"/>
                <a:gd name="T82" fmla="*/ 79 w 89"/>
                <a:gd name="T83" fmla="*/ 105 h 125"/>
                <a:gd name="T84" fmla="*/ 79 w 89"/>
                <a:gd name="T85" fmla="*/ 11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9" h="125">
                  <a:moveTo>
                    <a:pt x="87" y="62"/>
                  </a:moveTo>
                  <a:cubicBezTo>
                    <a:pt x="87" y="52"/>
                    <a:pt x="88" y="42"/>
                    <a:pt x="88" y="31"/>
                  </a:cubicBezTo>
                  <a:cubicBezTo>
                    <a:pt x="87" y="26"/>
                    <a:pt x="89" y="17"/>
                    <a:pt x="84" y="14"/>
                  </a:cubicBezTo>
                  <a:cubicBezTo>
                    <a:pt x="83" y="10"/>
                    <a:pt x="78" y="7"/>
                    <a:pt x="74" y="5"/>
                  </a:cubicBezTo>
                  <a:cubicBezTo>
                    <a:pt x="66" y="2"/>
                    <a:pt x="56" y="2"/>
                    <a:pt x="47" y="1"/>
                  </a:cubicBezTo>
                  <a:cubicBezTo>
                    <a:pt x="36" y="0"/>
                    <a:pt x="24" y="0"/>
                    <a:pt x="13" y="2"/>
                  </a:cubicBezTo>
                  <a:cubicBezTo>
                    <a:pt x="9" y="2"/>
                    <a:pt x="5" y="4"/>
                    <a:pt x="2" y="7"/>
                  </a:cubicBezTo>
                  <a:cubicBezTo>
                    <a:pt x="0" y="11"/>
                    <a:pt x="1" y="16"/>
                    <a:pt x="4" y="19"/>
                  </a:cubicBezTo>
                  <a:cubicBezTo>
                    <a:pt x="4" y="23"/>
                    <a:pt x="3" y="26"/>
                    <a:pt x="3" y="30"/>
                  </a:cubicBezTo>
                  <a:cubicBezTo>
                    <a:pt x="3" y="35"/>
                    <a:pt x="3" y="40"/>
                    <a:pt x="3" y="45"/>
                  </a:cubicBezTo>
                  <a:cubicBezTo>
                    <a:pt x="3" y="55"/>
                    <a:pt x="4" y="65"/>
                    <a:pt x="4" y="75"/>
                  </a:cubicBezTo>
                  <a:cubicBezTo>
                    <a:pt x="3" y="84"/>
                    <a:pt x="2" y="94"/>
                    <a:pt x="3" y="103"/>
                  </a:cubicBezTo>
                  <a:cubicBezTo>
                    <a:pt x="4" y="109"/>
                    <a:pt x="6" y="114"/>
                    <a:pt x="11" y="118"/>
                  </a:cubicBezTo>
                  <a:cubicBezTo>
                    <a:pt x="19" y="125"/>
                    <a:pt x="31" y="125"/>
                    <a:pt x="41" y="124"/>
                  </a:cubicBezTo>
                  <a:cubicBezTo>
                    <a:pt x="47" y="124"/>
                    <a:pt x="52" y="123"/>
                    <a:pt x="57" y="123"/>
                  </a:cubicBezTo>
                  <a:cubicBezTo>
                    <a:pt x="61" y="123"/>
                    <a:pt x="65" y="123"/>
                    <a:pt x="69" y="123"/>
                  </a:cubicBezTo>
                  <a:cubicBezTo>
                    <a:pt x="74" y="123"/>
                    <a:pt x="78" y="123"/>
                    <a:pt x="81" y="121"/>
                  </a:cubicBezTo>
                  <a:cubicBezTo>
                    <a:pt x="82" y="121"/>
                    <a:pt x="83" y="121"/>
                    <a:pt x="83" y="120"/>
                  </a:cubicBezTo>
                  <a:cubicBezTo>
                    <a:pt x="87" y="117"/>
                    <a:pt x="87" y="113"/>
                    <a:pt x="88" y="109"/>
                  </a:cubicBezTo>
                  <a:cubicBezTo>
                    <a:pt x="88" y="104"/>
                    <a:pt x="88" y="98"/>
                    <a:pt x="88" y="93"/>
                  </a:cubicBezTo>
                  <a:cubicBezTo>
                    <a:pt x="88" y="83"/>
                    <a:pt x="87" y="73"/>
                    <a:pt x="87" y="62"/>
                  </a:cubicBezTo>
                  <a:close/>
                  <a:moveTo>
                    <a:pt x="79" y="114"/>
                  </a:moveTo>
                  <a:cubicBezTo>
                    <a:pt x="79" y="114"/>
                    <a:pt x="79" y="114"/>
                    <a:pt x="79" y="114"/>
                  </a:cubicBezTo>
                  <a:cubicBezTo>
                    <a:pt x="76" y="113"/>
                    <a:pt x="74" y="113"/>
                    <a:pt x="71" y="113"/>
                  </a:cubicBezTo>
                  <a:cubicBezTo>
                    <a:pt x="66" y="113"/>
                    <a:pt x="62" y="114"/>
                    <a:pt x="58" y="114"/>
                  </a:cubicBezTo>
                  <a:cubicBezTo>
                    <a:pt x="53" y="114"/>
                    <a:pt x="48" y="114"/>
                    <a:pt x="44" y="115"/>
                  </a:cubicBezTo>
                  <a:cubicBezTo>
                    <a:pt x="36" y="115"/>
                    <a:pt x="24" y="117"/>
                    <a:pt x="17" y="112"/>
                  </a:cubicBezTo>
                  <a:cubicBezTo>
                    <a:pt x="13" y="109"/>
                    <a:pt x="13" y="104"/>
                    <a:pt x="12" y="99"/>
                  </a:cubicBezTo>
                  <a:cubicBezTo>
                    <a:pt x="12" y="90"/>
                    <a:pt x="12" y="81"/>
                    <a:pt x="13" y="72"/>
                  </a:cubicBezTo>
                  <a:cubicBezTo>
                    <a:pt x="13" y="63"/>
                    <a:pt x="12" y="54"/>
                    <a:pt x="11" y="45"/>
                  </a:cubicBezTo>
                  <a:cubicBezTo>
                    <a:pt x="11" y="35"/>
                    <a:pt x="9" y="25"/>
                    <a:pt x="9" y="16"/>
                  </a:cubicBezTo>
                  <a:cubicBezTo>
                    <a:pt x="10" y="14"/>
                    <a:pt x="10" y="13"/>
                    <a:pt x="11" y="12"/>
                  </a:cubicBezTo>
                  <a:cubicBezTo>
                    <a:pt x="14" y="10"/>
                    <a:pt x="18" y="10"/>
                    <a:pt x="21" y="10"/>
                  </a:cubicBezTo>
                  <a:cubicBezTo>
                    <a:pt x="30" y="9"/>
                    <a:pt x="39" y="9"/>
                    <a:pt x="49" y="10"/>
                  </a:cubicBezTo>
                  <a:cubicBezTo>
                    <a:pt x="55" y="10"/>
                    <a:pt x="62" y="10"/>
                    <a:pt x="69" y="12"/>
                  </a:cubicBezTo>
                  <a:cubicBezTo>
                    <a:pt x="71" y="12"/>
                    <a:pt x="74" y="13"/>
                    <a:pt x="76" y="15"/>
                  </a:cubicBezTo>
                  <a:cubicBezTo>
                    <a:pt x="77" y="16"/>
                    <a:pt x="78" y="18"/>
                    <a:pt x="79" y="19"/>
                  </a:cubicBezTo>
                  <a:cubicBezTo>
                    <a:pt x="79" y="21"/>
                    <a:pt x="79" y="23"/>
                    <a:pt x="79" y="24"/>
                  </a:cubicBezTo>
                  <a:cubicBezTo>
                    <a:pt x="78" y="28"/>
                    <a:pt x="78" y="32"/>
                    <a:pt x="78" y="35"/>
                  </a:cubicBezTo>
                  <a:cubicBezTo>
                    <a:pt x="78" y="45"/>
                    <a:pt x="78" y="54"/>
                    <a:pt x="78" y="64"/>
                  </a:cubicBezTo>
                  <a:cubicBezTo>
                    <a:pt x="78" y="73"/>
                    <a:pt x="78" y="82"/>
                    <a:pt x="79" y="91"/>
                  </a:cubicBezTo>
                  <a:cubicBezTo>
                    <a:pt x="79" y="95"/>
                    <a:pt x="79" y="100"/>
                    <a:pt x="79" y="105"/>
                  </a:cubicBezTo>
                  <a:cubicBezTo>
                    <a:pt x="79" y="108"/>
                    <a:pt x="79" y="111"/>
                    <a:pt x="79" y="11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78" name="ïŝḻïdê">
              <a:extLst>
                <a:ext uri="{FF2B5EF4-FFF2-40B4-BE49-F238E27FC236}">
                  <a16:creationId xmlns:a16="http://schemas.microsoft.com/office/drawing/2014/main" id="{414F0087-060D-45C8-8196-BC4B21270A9A}"/>
                </a:ext>
              </a:extLst>
            </p:cNvPr>
            <p:cNvSpPr/>
            <p:nvPr/>
          </p:nvSpPr>
          <p:spPr bwMode="auto">
            <a:xfrm>
              <a:off x="6507793" y="4357007"/>
              <a:ext cx="91464" cy="91464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79" name="iSļîḍé">
              <a:extLst>
                <a:ext uri="{FF2B5EF4-FFF2-40B4-BE49-F238E27FC236}">
                  <a16:creationId xmlns:a16="http://schemas.microsoft.com/office/drawing/2014/main" id="{5D817651-1F17-40E4-97A1-413B72458274}"/>
                </a:ext>
              </a:extLst>
            </p:cNvPr>
            <p:cNvSpPr/>
            <p:nvPr/>
          </p:nvSpPr>
          <p:spPr bwMode="auto">
            <a:xfrm>
              <a:off x="5938692" y="5417298"/>
              <a:ext cx="250676" cy="226964"/>
            </a:xfrm>
            <a:custGeom>
              <a:avLst/>
              <a:gdLst>
                <a:gd name="T0" fmla="*/ 26 w 36"/>
                <a:gd name="T1" fmla="*/ 3 h 32"/>
                <a:gd name="T2" fmla="*/ 17 w 36"/>
                <a:gd name="T3" fmla="*/ 3 h 32"/>
                <a:gd name="T4" fmla="*/ 15 w 36"/>
                <a:gd name="T5" fmla="*/ 2 h 32"/>
                <a:gd name="T6" fmla="*/ 3 w 36"/>
                <a:gd name="T7" fmla="*/ 19 h 32"/>
                <a:gd name="T8" fmla="*/ 28 w 36"/>
                <a:gd name="T9" fmla="*/ 27 h 32"/>
                <a:gd name="T10" fmla="*/ 36 w 36"/>
                <a:gd name="T11" fmla="*/ 15 h 32"/>
                <a:gd name="T12" fmla="*/ 26 w 36"/>
                <a:gd name="T13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2">
                  <a:moveTo>
                    <a:pt x="26" y="3"/>
                  </a:moveTo>
                  <a:cubicBezTo>
                    <a:pt x="23" y="2"/>
                    <a:pt x="20" y="2"/>
                    <a:pt x="17" y="3"/>
                  </a:cubicBezTo>
                  <a:cubicBezTo>
                    <a:pt x="16" y="3"/>
                    <a:pt x="16" y="2"/>
                    <a:pt x="15" y="2"/>
                  </a:cubicBezTo>
                  <a:cubicBezTo>
                    <a:pt x="6" y="0"/>
                    <a:pt x="0" y="12"/>
                    <a:pt x="3" y="19"/>
                  </a:cubicBezTo>
                  <a:cubicBezTo>
                    <a:pt x="6" y="29"/>
                    <a:pt x="20" y="32"/>
                    <a:pt x="28" y="27"/>
                  </a:cubicBezTo>
                  <a:cubicBezTo>
                    <a:pt x="33" y="24"/>
                    <a:pt x="36" y="20"/>
                    <a:pt x="36" y="15"/>
                  </a:cubicBezTo>
                  <a:cubicBezTo>
                    <a:pt x="36" y="9"/>
                    <a:pt x="31" y="5"/>
                    <a:pt x="26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80" name="ïṣlîḓê">
              <a:extLst>
                <a:ext uri="{FF2B5EF4-FFF2-40B4-BE49-F238E27FC236}">
                  <a16:creationId xmlns:a16="http://schemas.microsoft.com/office/drawing/2014/main" id="{8CC04454-F8A8-4F47-8B92-7461F4F40910}"/>
                </a:ext>
              </a:extLst>
            </p:cNvPr>
            <p:cNvSpPr/>
            <p:nvPr/>
          </p:nvSpPr>
          <p:spPr bwMode="auto">
            <a:xfrm>
              <a:off x="4563364" y="5430848"/>
              <a:ext cx="226964" cy="220189"/>
            </a:xfrm>
            <a:custGeom>
              <a:avLst/>
              <a:gdLst>
                <a:gd name="T0" fmla="*/ 24 w 32"/>
                <a:gd name="T1" fmla="*/ 4 h 31"/>
                <a:gd name="T2" fmla="*/ 5 w 32"/>
                <a:gd name="T3" fmla="*/ 5 h 31"/>
                <a:gd name="T4" fmla="*/ 3 w 32"/>
                <a:gd name="T5" fmla="*/ 7 h 31"/>
                <a:gd name="T6" fmla="*/ 0 w 32"/>
                <a:gd name="T7" fmla="*/ 16 h 31"/>
                <a:gd name="T8" fmla="*/ 9 w 32"/>
                <a:gd name="T9" fmla="*/ 28 h 31"/>
                <a:gd name="T10" fmla="*/ 28 w 32"/>
                <a:gd name="T11" fmla="*/ 25 h 31"/>
                <a:gd name="T12" fmla="*/ 31 w 32"/>
                <a:gd name="T13" fmla="*/ 13 h 31"/>
                <a:gd name="T14" fmla="*/ 24 w 32"/>
                <a:gd name="T15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1">
                  <a:moveTo>
                    <a:pt x="24" y="4"/>
                  </a:moveTo>
                  <a:cubicBezTo>
                    <a:pt x="19" y="1"/>
                    <a:pt x="11" y="0"/>
                    <a:pt x="5" y="5"/>
                  </a:cubicBezTo>
                  <a:cubicBezTo>
                    <a:pt x="4" y="5"/>
                    <a:pt x="4" y="6"/>
                    <a:pt x="3" y="7"/>
                  </a:cubicBezTo>
                  <a:cubicBezTo>
                    <a:pt x="1" y="10"/>
                    <a:pt x="0" y="13"/>
                    <a:pt x="0" y="16"/>
                  </a:cubicBezTo>
                  <a:cubicBezTo>
                    <a:pt x="0" y="22"/>
                    <a:pt x="4" y="26"/>
                    <a:pt x="9" y="28"/>
                  </a:cubicBezTo>
                  <a:cubicBezTo>
                    <a:pt x="15" y="31"/>
                    <a:pt x="23" y="29"/>
                    <a:pt x="28" y="25"/>
                  </a:cubicBezTo>
                  <a:cubicBezTo>
                    <a:pt x="31" y="22"/>
                    <a:pt x="32" y="17"/>
                    <a:pt x="31" y="13"/>
                  </a:cubicBezTo>
                  <a:cubicBezTo>
                    <a:pt x="31" y="9"/>
                    <a:pt x="28" y="7"/>
                    <a:pt x="24" y="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81" name="íślîḓe">
              <a:extLst>
                <a:ext uri="{FF2B5EF4-FFF2-40B4-BE49-F238E27FC236}">
                  <a16:creationId xmlns:a16="http://schemas.microsoft.com/office/drawing/2014/main" id="{75EE4F03-DDF4-4E1A-8CF0-7B9AA4DF547D}"/>
                </a:ext>
              </a:extLst>
            </p:cNvPr>
            <p:cNvSpPr/>
            <p:nvPr/>
          </p:nvSpPr>
          <p:spPr bwMode="auto">
            <a:xfrm>
              <a:off x="5261190" y="5403747"/>
              <a:ext cx="216801" cy="226964"/>
            </a:xfrm>
            <a:custGeom>
              <a:avLst/>
              <a:gdLst>
                <a:gd name="T0" fmla="*/ 3 w 31"/>
                <a:gd name="T1" fmla="*/ 12 h 32"/>
                <a:gd name="T2" fmla="*/ 3 w 31"/>
                <a:gd name="T3" fmla="*/ 15 h 32"/>
                <a:gd name="T4" fmla="*/ 11 w 31"/>
                <a:gd name="T5" fmla="*/ 30 h 32"/>
                <a:gd name="T6" fmla="*/ 27 w 31"/>
                <a:gd name="T7" fmla="*/ 26 h 32"/>
                <a:gd name="T8" fmla="*/ 28 w 31"/>
                <a:gd name="T9" fmla="*/ 11 h 32"/>
                <a:gd name="T10" fmla="*/ 3 w 31"/>
                <a:gd name="T11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2">
                  <a:moveTo>
                    <a:pt x="3" y="12"/>
                  </a:moveTo>
                  <a:cubicBezTo>
                    <a:pt x="3" y="13"/>
                    <a:pt x="3" y="14"/>
                    <a:pt x="3" y="15"/>
                  </a:cubicBezTo>
                  <a:cubicBezTo>
                    <a:pt x="0" y="22"/>
                    <a:pt x="5" y="27"/>
                    <a:pt x="11" y="30"/>
                  </a:cubicBezTo>
                  <a:cubicBezTo>
                    <a:pt x="16" y="32"/>
                    <a:pt x="23" y="31"/>
                    <a:pt x="27" y="26"/>
                  </a:cubicBezTo>
                  <a:cubicBezTo>
                    <a:pt x="31" y="22"/>
                    <a:pt x="31" y="16"/>
                    <a:pt x="28" y="11"/>
                  </a:cubicBezTo>
                  <a:cubicBezTo>
                    <a:pt x="24" y="2"/>
                    <a:pt x="5" y="0"/>
                    <a:pt x="3" y="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82" name="íšľîḓe">
              <a:extLst>
                <a:ext uri="{FF2B5EF4-FFF2-40B4-BE49-F238E27FC236}">
                  <a16:creationId xmlns:a16="http://schemas.microsoft.com/office/drawing/2014/main" id="{DC141050-FE7C-4B65-9C87-D2F1480D202C}"/>
                </a:ext>
              </a:extLst>
            </p:cNvPr>
            <p:cNvSpPr/>
            <p:nvPr/>
          </p:nvSpPr>
          <p:spPr bwMode="auto">
            <a:xfrm>
              <a:off x="7388545" y="5369872"/>
              <a:ext cx="254064" cy="243901"/>
            </a:xfrm>
            <a:custGeom>
              <a:avLst/>
              <a:gdLst>
                <a:gd name="T0" fmla="*/ 18 w 36"/>
                <a:gd name="T1" fmla="*/ 34 h 35"/>
                <a:gd name="T2" fmla="*/ 31 w 36"/>
                <a:gd name="T3" fmla="*/ 26 h 35"/>
                <a:gd name="T4" fmla="*/ 21 w 36"/>
                <a:gd name="T5" fmla="*/ 2 h 35"/>
                <a:gd name="T6" fmla="*/ 6 w 36"/>
                <a:gd name="T7" fmla="*/ 7 h 35"/>
                <a:gd name="T8" fmla="*/ 3 w 36"/>
                <a:gd name="T9" fmla="*/ 11 h 35"/>
                <a:gd name="T10" fmla="*/ 4 w 36"/>
                <a:gd name="T11" fmla="*/ 26 h 35"/>
                <a:gd name="T12" fmla="*/ 18 w 36"/>
                <a:gd name="T13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5">
                  <a:moveTo>
                    <a:pt x="18" y="34"/>
                  </a:moveTo>
                  <a:cubicBezTo>
                    <a:pt x="24" y="35"/>
                    <a:pt x="29" y="31"/>
                    <a:pt x="31" y="26"/>
                  </a:cubicBezTo>
                  <a:cubicBezTo>
                    <a:pt x="36" y="17"/>
                    <a:pt x="30" y="5"/>
                    <a:pt x="21" y="2"/>
                  </a:cubicBezTo>
                  <a:cubicBezTo>
                    <a:pt x="15" y="0"/>
                    <a:pt x="9" y="2"/>
                    <a:pt x="6" y="7"/>
                  </a:cubicBezTo>
                  <a:cubicBezTo>
                    <a:pt x="5" y="8"/>
                    <a:pt x="4" y="9"/>
                    <a:pt x="3" y="11"/>
                  </a:cubicBezTo>
                  <a:cubicBezTo>
                    <a:pt x="0" y="16"/>
                    <a:pt x="1" y="22"/>
                    <a:pt x="4" y="26"/>
                  </a:cubicBezTo>
                  <a:cubicBezTo>
                    <a:pt x="8" y="31"/>
                    <a:pt x="12" y="34"/>
                    <a:pt x="18" y="3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83" name="íṥ1îḍè">
              <a:extLst>
                <a:ext uri="{FF2B5EF4-FFF2-40B4-BE49-F238E27FC236}">
                  <a16:creationId xmlns:a16="http://schemas.microsoft.com/office/drawing/2014/main" id="{6448AC23-0ACF-44D8-A2DF-6DF871A3B018}"/>
                </a:ext>
              </a:extLst>
            </p:cNvPr>
            <p:cNvSpPr/>
            <p:nvPr/>
          </p:nvSpPr>
          <p:spPr bwMode="auto">
            <a:xfrm>
              <a:off x="6717819" y="5383422"/>
              <a:ext cx="247289" cy="230351"/>
            </a:xfrm>
            <a:custGeom>
              <a:avLst/>
              <a:gdLst>
                <a:gd name="T0" fmla="*/ 30 w 35"/>
                <a:gd name="T1" fmla="*/ 22 h 33"/>
                <a:gd name="T2" fmla="*/ 31 w 35"/>
                <a:gd name="T3" fmla="*/ 6 h 33"/>
                <a:gd name="T4" fmla="*/ 16 w 35"/>
                <a:gd name="T5" fmla="*/ 1 h 33"/>
                <a:gd name="T6" fmla="*/ 4 w 35"/>
                <a:gd name="T7" fmla="*/ 9 h 33"/>
                <a:gd name="T8" fmla="*/ 3 w 35"/>
                <a:gd name="T9" fmla="*/ 10 h 33"/>
                <a:gd name="T10" fmla="*/ 4 w 35"/>
                <a:gd name="T11" fmla="*/ 26 h 33"/>
                <a:gd name="T12" fmla="*/ 30 w 35"/>
                <a:gd name="T13" fmla="*/ 22 h 33"/>
                <a:gd name="T14" fmla="*/ 20 w 35"/>
                <a:gd name="T15" fmla="*/ 13 h 33"/>
                <a:gd name="T16" fmla="*/ 20 w 35"/>
                <a:gd name="T17" fmla="*/ 13 h 33"/>
                <a:gd name="T18" fmla="*/ 20 w 35"/>
                <a:gd name="T19" fmla="*/ 14 h 33"/>
                <a:gd name="T20" fmla="*/ 20 w 35"/>
                <a:gd name="T21" fmla="*/ 14 h 33"/>
                <a:gd name="T22" fmla="*/ 20 w 35"/>
                <a:gd name="T23" fmla="*/ 14 h 33"/>
                <a:gd name="T24" fmla="*/ 20 w 35"/>
                <a:gd name="T25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33">
                  <a:moveTo>
                    <a:pt x="30" y="22"/>
                  </a:moveTo>
                  <a:cubicBezTo>
                    <a:pt x="35" y="17"/>
                    <a:pt x="35" y="11"/>
                    <a:pt x="31" y="6"/>
                  </a:cubicBezTo>
                  <a:cubicBezTo>
                    <a:pt x="27" y="2"/>
                    <a:pt x="21" y="0"/>
                    <a:pt x="16" y="1"/>
                  </a:cubicBezTo>
                  <a:cubicBezTo>
                    <a:pt x="10" y="1"/>
                    <a:pt x="5" y="4"/>
                    <a:pt x="4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15"/>
                    <a:pt x="0" y="21"/>
                    <a:pt x="4" y="26"/>
                  </a:cubicBezTo>
                  <a:cubicBezTo>
                    <a:pt x="10" y="33"/>
                    <a:pt x="25" y="29"/>
                    <a:pt x="30" y="22"/>
                  </a:cubicBezTo>
                  <a:close/>
                  <a:moveTo>
                    <a:pt x="20" y="13"/>
                  </a:move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84" name="î$ļïḓé">
              <a:extLst>
                <a:ext uri="{FF2B5EF4-FFF2-40B4-BE49-F238E27FC236}">
                  <a16:creationId xmlns:a16="http://schemas.microsoft.com/office/drawing/2014/main" id="{876A4CB6-5F0A-4572-86E7-746855A6D437}"/>
                </a:ext>
              </a:extLst>
            </p:cNvPr>
            <p:cNvSpPr/>
            <p:nvPr/>
          </p:nvSpPr>
          <p:spPr bwMode="auto">
            <a:xfrm>
              <a:off x="3686000" y="1535214"/>
              <a:ext cx="4813650" cy="4298748"/>
            </a:xfrm>
            <a:custGeom>
              <a:avLst/>
              <a:gdLst>
                <a:gd name="T0" fmla="*/ 537 w 684"/>
                <a:gd name="T1" fmla="*/ 282 h 611"/>
                <a:gd name="T2" fmla="*/ 482 w 684"/>
                <a:gd name="T3" fmla="*/ 154 h 611"/>
                <a:gd name="T4" fmla="*/ 360 w 684"/>
                <a:gd name="T5" fmla="*/ 104 h 611"/>
                <a:gd name="T6" fmla="*/ 332 w 684"/>
                <a:gd name="T7" fmla="*/ 46 h 611"/>
                <a:gd name="T8" fmla="*/ 326 w 684"/>
                <a:gd name="T9" fmla="*/ 34 h 611"/>
                <a:gd name="T10" fmla="*/ 313 w 684"/>
                <a:gd name="T11" fmla="*/ 129 h 611"/>
                <a:gd name="T12" fmla="*/ 170 w 684"/>
                <a:gd name="T13" fmla="*/ 204 h 611"/>
                <a:gd name="T14" fmla="*/ 30 w 684"/>
                <a:gd name="T15" fmla="*/ 410 h 611"/>
                <a:gd name="T16" fmla="*/ 17 w 684"/>
                <a:gd name="T17" fmla="*/ 474 h 611"/>
                <a:gd name="T18" fmla="*/ 78 w 684"/>
                <a:gd name="T19" fmla="*/ 487 h 611"/>
                <a:gd name="T20" fmla="*/ 99 w 684"/>
                <a:gd name="T21" fmla="*/ 388 h 611"/>
                <a:gd name="T22" fmla="*/ 175 w 684"/>
                <a:gd name="T23" fmla="*/ 499 h 611"/>
                <a:gd name="T24" fmla="*/ 126 w 684"/>
                <a:gd name="T25" fmla="*/ 531 h 611"/>
                <a:gd name="T26" fmla="*/ 382 w 684"/>
                <a:gd name="T27" fmla="*/ 604 h 611"/>
                <a:gd name="T28" fmla="*/ 573 w 684"/>
                <a:gd name="T29" fmla="*/ 523 h 611"/>
                <a:gd name="T30" fmla="*/ 426 w 684"/>
                <a:gd name="T31" fmla="*/ 515 h 611"/>
                <a:gd name="T32" fmla="*/ 489 w 684"/>
                <a:gd name="T33" fmla="*/ 469 h 611"/>
                <a:gd name="T34" fmla="*/ 573 w 684"/>
                <a:gd name="T35" fmla="*/ 395 h 611"/>
                <a:gd name="T36" fmla="*/ 601 w 684"/>
                <a:gd name="T37" fmla="*/ 494 h 611"/>
                <a:gd name="T38" fmla="*/ 332 w 684"/>
                <a:gd name="T39" fmla="*/ 15 h 611"/>
                <a:gd name="T40" fmla="*/ 169 w 684"/>
                <a:gd name="T41" fmla="*/ 278 h 611"/>
                <a:gd name="T42" fmla="*/ 55 w 684"/>
                <a:gd name="T43" fmla="*/ 408 h 611"/>
                <a:gd name="T44" fmla="*/ 73 w 684"/>
                <a:gd name="T45" fmla="*/ 450 h 611"/>
                <a:gd name="T46" fmla="*/ 15 w 684"/>
                <a:gd name="T47" fmla="*/ 462 h 611"/>
                <a:gd name="T48" fmla="*/ 26 w 684"/>
                <a:gd name="T49" fmla="*/ 427 h 611"/>
                <a:gd name="T50" fmla="*/ 61 w 684"/>
                <a:gd name="T51" fmla="*/ 386 h 611"/>
                <a:gd name="T52" fmla="*/ 70 w 684"/>
                <a:gd name="T53" fmla="*/ 364 h 611"/>
                <a:gd name="T54" fmla="*/ 89 w 684"/>
                <a:gd name="T55" fmla="*/ 336 h 611"/>
                <a:gd name="T56" fmla="*/ 110 w 684"/>
                <a:gd name="T57" fmla="*/ 315 h 611"/>
                <a:gd name="T58" fmla="*/ 133 w 684"/>
                <a:gd name="T59" fmla="*/ 298 h 611"/>
                <a:gd name="T60" fmla="*/ 161 w 684"/>
                <a:gd name="T61" fmla="*/ 281 h 611"/>
                <a:gd name="T62" fmla="*/ 542 w 684"/>
                <a:gd name="T63" fmla="*/ 537 h 611"/>
                <a:gd name="T64" fmla="*/ 429 w 684"/>
                <a:gd name="T65" fmla="*/ 592 h 611"/>
                <a:gd name="T66" fmla="*/ 103 w 684"/>
                <a:gd name="T67" fmla="*/ 544 h 611"/>
                <a:gd name="T68" fmla="*/ 246 w 684"/>
                <a:gd name="T69" fmla="*/ 514 h 611"/>
                <a:gd name="T70" fmla="*/ 245 w 684"/>
                <a:gd name="T71" fmla="*/ 527 h 611"/>
                <a:gd name="T72" fmla="*/ 445 w 684"/>
                <a:gd name="T73" fmla="*/ 502 h 611"/>
                <a:gd name="T74" fmla="*/ 186 w 684"/>
                <a:gd name="T75" fmla="*/ 494 h 611"/>
                <a:gd name="T76" fmla="*/ 344 w 684"/>
                <a:gd name="T77" fmla="*/ 480 h 611"/>
                <a:gd name="T78" fmla="*/ 348 w 684"/>
                <a:gd name="T79" fmla="*/ 386 h 611"/>
                <a:gd name="T80" fmla="*/ 187 w 684"/>
                <a:gd name="T81" fmla="*/ 386 h 611"/>
                <a:gd name="T82" fmla="*/ 220 w 684"/>
                <a:gd name="T83" fmla="*/ 163 h 611"/>
                <a:gd name="T84" fmla="*/ 479 w 684"/>
                <a:gd name="T85" fmla="*/ 178 h 611"/>
                <a:gd name="T86" fmla="*/ 203 w 684"/>
                <a:gd name="T87" fmla="*/ 451 h 611"/>
                <a:gd name="T88" fmla="*/ 203 w 684"/>
                <a:gd name="T89" fmla="*/ 405 h 611"/>
                <a:gd name="T90" fmla="*/ 209 w 684"/>
                <a:gd name="T91" fmla="*/ 448 h 611"/>
                <a:gd name="T92" fmla="*/ 263 w 684"/>
                <a:gd name="T93" fmla="*/ 478 h 611"/>
                <a:gd name="T94" fmla="*/ 305 w 684"/>
                <a:gd name="T95" fmla="*/ 395 h 611"/>
                <a:gd name="T96" fmla="*/ 336 w 684"/>
                <a:gd name="T97" fmla="*/ 472 h 611"/>
                <a:gd name="T98" fmla="*/ 606 w 684"/>
                <a:gd name="T99" fmla="*/ 422 h 611"/>
                <a:gd name="T100" fmla="*/ 490 w 684"/>
                <a:gd name="T101" fmla="*/ 277 h 611"/>
                <a:gd name="T102" fmla="*/ 507 w 684"/>
                <a:gd name="T103" fmla="*/ 291 h 611"/>
                <a:gd name="T104" fmla="*/ 515 w 684"/>
                <a:gd name="T105" fmla="*/ 320 h 611"/>
                <a:gd name="T106" fmla="*/ 533 w 684"/>
                <a:gd name="T107" fmla="*/ 335 h 611"/>
                <a:gd name="T108" fmla="*/ 566 w 684"/>
                <a:gd name="T109" fmla="*/ 365 h 611"/>
                <a:gd name="T110" fmla="*/ 564 w 684"/>
                <a:gd name="T111" fmla="*/ 334 h 611"/>
                <a:gd name="T112" fmla="*/ 597 w 684"/>
                <a:gd name="T113" fmla="*/ 387 h 611"/>
                <a:gd name="T114" fmla="*/ 617 w 684"/>
                <a:gd name="T115" fmla="*/ 392 h 611"/>
                <a:gd name="T116" fmla="*/ 614 w 684"/>
                <a:gd name="T117" fmla="*/ 477 h 611"/>
                <a:gd name="T118" fmla="*/ 598 w 684"/>
                <a:gd name="T119" fmla="*/ 480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84" h="611">
                  <a:moveTo>
                    <a:pt x="682" y="458"/>
                  </a:moveTo>
                  <a:cubicBezTo>
                    <a:pt x="682" y="453"/>
                    <a:pt x="681" y="450"/>
                    <a:pt x="679" y="446"/>
                  </a:cubicBezTo>
                  <a:cubicBezTo>
                    <a:pt x="677" y="438"/>
                    <a:pt x="672" y="431"/>
                    <a:pt x="666" y="425"/>
                  </a:cubicBezTo>
                  <a:cubicBezTo>
                    <a:pt x="659" y="417"/>
                    <a:pt x="649" y="411"/>
                    <a:pt x="639" y="410"/>
                  </a:cubicBezTo>
                  <a:cubicBezTo>
                    <a:pt x="638" y="406"/>
                    <a:pt x="637" y="403"/>
                    <a:pt x="636" y="401"/>
                  </a:cubicBezTo>
                  <a:cubicBezTo>
                    <a:pt x="634" y="396"/>
                    <a:pt x="632" y="391"/>
                    <a:pt x="630" y="386"/>
                  </a:cubicBezTo>
                  <a:cubicBezTo>
                    <a:pt x="625" y="377"/>
                    <a:pt x="621" y="368"/>
                    <a:pt x="615" y="359"/>
                  </a:cubicBezTo>
                  <a:cubicBezTo>
                    <a:pt x="610" y="351"/>
                    <a:pt x="604" y="343"/>
                    <a:pt x="598" y="335"/>
                  </a:cubicBezTo>
                  <a:cubicBezTo>
                    <a:pt x="592" y="328"/>
                    <a:pt x="587" y="320"/>
                    <a:pt x="580" y="313"/>
                  </a:cubicBezTo>
                  <a:cubicBezTo>
                    <a:pt x="568" y="300"/>
                    <a:pt x="552" y="290"/>
                    <a:pt x="537" y="282"/>
                  </a:cubicBezTo>
                  <a:cubicBezTo>
                    <a:pt x="529" y="277"/>
                    <a:pt x="520" y="273"/>
                    <a:pt x="512" y="270"/>
                  </a:cubicBezTo>
                  <a:cubicBezTo>
                    <a:pt x="507" y="269"/>
                    <a:pt x="503" y="267"/>
                    <a:pt x="499" y="267"/>
                  </a:cubicBezTo>
                  <a:cubicBezTo>
                    <a:pt x="496" y="266"/>
                    <a:pt x="493" y="266"/>
                    <a:pt x="490" y="266"/>
                  </a:cubicBezTo>
                  <a:cubicBezTo>
                    <a:pt x="490" y="257"/>
                    <a:pt x="491" y="248"/>
                    <a:pt x="491" y="240"/>
                  </a:cubicBezTo>
                  <a:cubicBezTo>
                    <a:pt x="491" y="226"/>
                    <a:pt x="491" y="213"/>
                    <a:pt x="490" y="200"/>
                  </a:cubicBezTo>
                  <a:cubicBezTo>
                    <a:pt x="490" y="193"/>
                    <a:pt x="490" y="187"/>
                    <a:pt x="489" y="180"/>
                  </a:cubicBezTo>
                  <a:cubicBezTo>
                    <a:pt x="489" y="179"/>
                    <a:pt x="489" y="177"/>
                    <a:pt x="489" y="175"/>
                  </a:cubicBezTo>
                  <a:cubicBezTo>
                    <a:pt x="489" y="174"/>
                    <a:pt x="490" y="172"/>
                    <a:pt x="490" y="171"/>
                  </a:cubicBezTo>
                  <a:cubicBezTo>
                    <a:pt x="491" y="169"/>
                    <a:pt x="490" y="166"/>
                    <a:pt x="490" y="164"/>
                  </a:cubicBezTo>
                  <a:cubicBezTo>
                    <a:pt x="489" y="160"/>
                    <a:pt x="486" y="156"/>
                    <a:pt x="482" y="154"/>
                  </a:cubicBezTo>
                  <a:cubicBezTo>
                    <a:pt x="479" y="152"/>
                    <a:pt x="476" y="151"/>
                    <a:pt x="472" y="151"/>
                  </a:cubicBezTo>
                  <a:cubicBezTo>
                    <a:pt x="467" y="149"/>
                    <a:pt x="462" y="148"/>
                    <a:pt x="457" y="147"/>
                  </a:cubicBezTo>
                  <a:cubicBezTo>
                    <a:pt x="436" y="143"/>
                    <a:pt x="414" y="143"/>
                    <a:pt x="393" y="142"/>
                  </a:cubicBezTo>
                  <a:cubicBezTo>
                    <a:pt x="378" y="142"/>
                    <a:pt x="362" y="142"/>
                    <a:pt x="347" y="142"/>
                  </a:cubicBezTo>
                  <a:cubicBezTo>
                    <a:pt x="347" y="142"/>
                    <a:pt x="346" y="141"/>
                    <a:pt x="346" y="141"/>
                  </a:cubicBezTo>
                  <a:cubicBezTo>
                    <a:pt x="341" y="137"/>
                    <a:pt x="336" y="133"/>
                    <a:pt x="332" y="128"/>
                  </a:cubicBezTo>
                  <a:cubicBezTo>
                    <a:pt x="330" y="126"/>
                    <a:pt x="328" y="124"/>
                    <a:pt x="326" y="123"/>
                  </a:cubicBezTo>
                  <a:cubicBezTo>
                    <a:pt x="330" y="121"/>
                    <a:pt x="334" y="120"/>
                    <a:pt x="337" y="118"/>
                  </a:cubicBezTo>
                  <a:cubicBezTo>
                    <a:pt x="341" y="116"/>
                    <a:pt x="344" y="113"/>
                    <a:pt x="348" y="111"/>
                  </a:cubicBezTo>
                  <a:cubicBezTo>
                    <a:pt x="351" y="108"/>
                    <a:pt x="356" y="106"/>
                    <a:pt x="360" y="104"/>
                  </a:cubicBezTo>
                  <a:cubicBezTo>
                    <a:pt x="364" y="101"/>
                    <a:pt x="365" y="94"/>
                    <a:pt x="360" y="92"/>
                  </a:cubicBezTo>
                  <a:cubicBezTo>
                    <a:pt x="354" y="89"/>
                    <a:pt x="347" y="88"/>
                    <a:pt x="341" y="86"/>
                  </a:cubicBezTo>
                  <a:cubicBezTo>
                    <a:pt x="337" y="84"/>
                    <a:pt x="334" y="83"/>
                    <a:pt x="331" y="81"/>
                  </a:cubicBezTo>
                  <a:cubicBezTo>
                    <a:pt x="332" y="81"/>
                    <a:pt x="333" y="80"/>
                    <a:pt x="334" y="79"/>
                  </a:cubicBezTo>
                  <a:cubicBezTo>
                    <a:pt x="338" y="77"/>
                    <a:pt x="342" y="74"/>
                    <a:pt x="347" y="72"/>
                  </a:cubicBezTo>
                  <a:cubicBezTo>
                    <a:pt x="351" y="70"/>
                    <a:pt x="355" y="67"/>
                    <a:pt x="355" y="61"/>
                  </a:cubicBezTo>
                  <a:cubicBezTo>
                    <a:pt x="355" y="55"/>
                    <a:pt x="350" y="53"/>
                    <a:pt x="345" y="51"/>
                  </a:cubicBezTo>
                  <a:cubicBezTo>
                    <a:pt x="343" y="51"/>
                    <a:pt x="340" y="50"/>
                    <a:pt x="338" y="49"/>
                  </a:cubicBezTo>
                  <a:cubicBezTo>
                    <a:pt x="336" y="48"/>
                    <a:pt x="335" y="48"/>
                    <a:pt x="334" y="47"/>
                  </a:cubicBezTo>
                  <a:cubicBezTo>
                    <a:pt x="333" y="47"/>
                    <a:pt x="333" y="46"/>
                    <a:pt x="332" y="46"/>
                  </a:cubicBezTo>
                  <a:cubicBezTo>
                    <a:pt x="332" y="46"/>
                    <a:pt x="332" y="46"/>
                    <a:pt x="333" y="45"/>
                  </a:cubicBezTo>
                  <a:cubicBezTo>
                    <a:pt x="334" y="44"/>
                    <a:pt x="335" y="44"/>
                    <a:pt x="337" y="43"/>
                  </a:cubicBezTo>
                  <a:cubicBezTo>
                    <a:pt x="342" y="45"/>
                    <a:pt x="347" y="46"/>
                    <a:pt x="353" y="45"/>
                  </a:cubicBezTo>
                  <a:cubicBezTo>
                    <a:pt x="367" y="43"/>
                    <a:pt x="376" y="27"/>
                    <a:pt x="370" y="14"/>
                  </a:cubicBezTo>
                  <a:cubicBezTo>
                    <a:pt x="367" y="7"/>
                    <a:pt x="360" y="4"/>
                    <a:pt x="353" y="2"/>
                  </a:cubicBezTo>
                  <a:cubicBezTo>
                    <a:pt x="348" y="1"/>
                    <a:pt x="341" y="0"/>
                    <a:pt x="336" y="2"/>
                  </a:cubicBezTo>
                  <a:cubicBezTo>
                    <a:pt x="332" y="1"/>
                    <a:pt x="329" y="2"/>
                    <a:pt x="326" y="5"/>
                  </a:cubicBezTo>
                  <a:cubicBezTo>
                    <a:pt x="321" y="11"/>
                    <a:pt x="321" y="18"/>
                    <a:pt x="322" y="24"/>
                  </a:cubicBezTo>
                  <a:cubicBezTo>
                    <a:pt x="322" y="28"/>
                    <a:pt x="324" y="31"/>
                    <a:pt x="326" y="34"/>
                  </a:cubicBezTo>
                  <a:cubicBezTo>
                    <a:pt x="326" y="34"/>
                    <a:pt x="326" y="34"/>
                    <a:pt x="326" y="34"/>
                  </a:cubicBezTo>
                  <a:cubicBezTo>
                    <a:pt x="322" y="36"/>
                    <a:pt x="318" y="39"/>
                    <a:pt x="317" y="44"/>
                  </a:cubicBezTo>
                  <a:cubicBezTo>
                    <a:pt x="313" y="53"/>
                    <a:pt x="325" y="58"/>
                    <a:pt x="331" y="61"/>
                  </a:cubicBezTo>
                  <a:cubicBezTo>
                    <a:pt x="333" y="61"/>
                    <a:pt x="335" y="62"/>
                    <a:pt x="336" y="63"/>
                  </a:cubicBezTo>
                  <a:cubicBezTo>
                    <a:pt x="328" y="67"/>
                    <a:pt x="320" y="71"/>
                    <a:pt x="313" y="76"/>
                  </a:cubicBezTo>
                  <a:cubicBezTo>
                    <a:pt x="309" y="78"/>
                    <a:pt x="308" y="85"/>
                    <a:pt x="313" y="88"/>
                  </a:cubicBezTo>
                  <a:cubicBezTo>
                    <a:pt x="320" y="91"/>
                    <a:pt x="327" y="94"/>
                    <a:pt x="334" y="97"/>
                  </a:cubicBezTo>
                  <a:cubicBezTo>
                    <a:pt x="336" y="98"/>
                    <a:pt x="338" y="99"/>
                    <a:pt x="340" y="100"/>
                  </a:cubicBezTo>
                  <a:cubicBezTo>
                    <a:pt x="336" y="102"/>
                    <a:pt x="333" y="105"/>
                    <a:pt x="330" y="107"/>
                  </a:cubicBezTo>
                  <a:cubicBezTo>
                    <a:pt x="323" y="110"/>
                    <a:pt x="315" y="112"/>
                    <a:pt x="310" y="118"/>
                  </a:cubicBezTo>
                  <a:cubicBezTo>
                    <a:pt x="306" y="122"/>
                    <a:pt x="308" y="127"/>
                    <a:pt x="313" y="129"/>
                  </a:cubicBezTo>
                  <a:cubicBezTo>
                    <a:pt x="317" y="131"/>
                    <a:pt x="321" y="136"/>
                    <a:pt x="325" y="139"/>
                  </a:cubicBezTo>
                  <a:cubicBezTo>
                    <a:pt x="326" y="140"/>
                    <a:pt x="327" y="141"/>
                    <a:pt x="329" y="142"/>
                  </a:cubicBezTo>
                  <a:cubicBezTo>
                    <a:pt x="328" y="142"/>
                    <a:pt x="327" y="142"/>
                    <a:pt x="327" y="142"/>
                  </a:cubicBezTo>
                  <a:cubicBezTo>
                    <a:pt x="305" y="143"/>
                    <a:pt x="283" y="142"/>
                    <a:pt x="262" y="144"/>
                  </a:cubicBezTo>
                  <a:cubicBezTo>
                    <a:pt x="250" y="145"/>
                    <a:pt x="239" y="148"/>
                    <a:pt x="228" y="149"/>
                  </a:cubicBezTo>
                  <a:cubicBezTo>
                    <a:pt x="217" y="150"/>
                    <a:pt x="206" y="149"/>
                    <a:pt x="195" y="150"/>
                  </a:cubicBezTo>
                  <a:cubicBezTo>
                    <a:pt x="186" y="150"/>
                    <a:pt x="177" y="153"/>
                    <a:pt x="173" y="162"/>
                  </a:cubicBezTo>
                  <a:cubicBezTo>
                    <a:pt x="170" y="168"/>
                    <a:pt x="168" y="177"/>
                    <a:pt x="171" y="184"/>
                  </a:cubicBezTo>
                  <a:cubicBezTo>
                    <a:pt x="171" y="185"/>
                    <a:pt x="171" y="185"/>
                    <a:pt x="171" y="186"/>
                  </a:cubicBezTo>
                  <a:cubicBezTo>
                    <a:pt x="170" y="192"/>
                    <a:pt x="170" y="198"/>
                    <a:pt x="170" y="204"/>
                  </a:cubicBezTo>
                  <a:cubicBezTo>
                    <a:pt x="170" y="215"/>
                    <a:pt x="170" y="226"/>
                    <a:pt x="170" y="237"/>
                  </a:cubicBezTo>
                  <a:cubicBezTo>
                    <a:pt x="169" y="247"/>
                    <a:pt x="169" y="257"/>
                    <a:pt x="169" y="267"/>
                  </a:cubicBezTo>
                  <a:cubicBezTo>
                    <a:pt x="163" y="267"/>
                    <a:pt x="157" y="269"/>
                    <a:pt x="152" y="271"/>
                  </a:cubicBezTo>
                  <a:cubicBezTo>
                    <a:pt x="143" y="274"/>
                    <a:pt x="135" y="279"/>
                    <a:pt x="128" y="284"/>
                  </a:cubicBezTo>
                  <a:cubicBezTo>
                    <a:pt x="114" y="293"/>
                    <a:pt x="100" y="304"/>
                    <a:pt x="89" y="316"/>
                  </a:cubicBezTo>
                  <a:cubicBezTo>
                    <a:pt x="77" y="328"/>
                    <a:pt x="67" y="342"/>
                    <a:pt x="59" y="357"/>
                  </a:cubicBezTo>
                  <a:cubicBezTo>
                    <a:pt x="55" y="364"/>
                    <a:pt x="51" y="372"/>
                    <a:pt x="49" y="380"/>
                  </a:cubicBezTo>
                  <a:cubicBezTo>
                    <a:pt x="47" y="385"/>
                    <a:pt x="46" y="390"/>
                    <a:pt x="45" y="395"/>
                  </a:cubicBezTo>
                  <a:cubicBezTo>
                    <a:pt x="44" y="399"/>
                    <a:pt x="43" y="403"/>
                    <a:pt x="43" y="407"/>
                  </a:cubicBezTo>
                  <a:cubicBezTo>
                    <a:pt x="39" y="408"/>
                    <a:pt x="34" y="409"/>
                    <a:pt x="30" y="410"/>
                  </a:cubicBezTo>
                  <a:cubicBezTo>
                    <a:pt x="28" y="410"/>
                    <a:pt x="26" y="410"/>
                    <a:pt x="24" y="411"/>
                  </a:cubicBezTo>
                  <a:cubicBezTo>
                    <a:pt x="21" y="414"/>
                    <a:pt x="17" y="417"/>
                    <a:pt x="14" y="421"/>
                  </a:cubicBezTo>
                  <a:cubicBezTo>
                    <a:pt x="12" y="426"/>
                    <a:pt x="10" y="430"/>
                    <a:pt x="8" y="435"/>
                  </a:cubicBezTo>
                  <a:cubicBezTo>
                    <a:pt x="7" y="436"/>
                    <a:pt x="7" y="437"/>
                    <a:pt x="7" y="438"/>
                  </a:cubicBezTo>
                  <a:cubicBezTo>
                    <a:pt x="6" y="439"/>
                    <a:pt x="6" y="440"/>
                    <a:pt x="6" y="440"/>
                  </a:cubicBezTo>
                  <a:cubicBezTo>
                    <a:pt x="6" y="441"/>
                    <a:pt x="5" y="441"/>
                    <a:pt x="5" y="442"/>
                  </a:cubicBezTo>
                  <a:cubicBezTo>
                    <a:pt x="3" y="448"/>
                    <a:pt x="0" y="455"/>
                    <a:pt x="1" y="462"/>
                  </a:cubicBezTo>
                  <a:cubicBezTo>
                    <a:pt x="1" y="468"/>
                    <a:pt x="7" y="476"/>
                    <a:pt x="14" y="474"/>
                  </a:cubicBezTo>
                  <a:cubicBezTo>
                    <a:pt x="14" y="475"/>
                    <a:pt x="15" y="475"/>
                    <a:pt x="16" y="475"/>
                  </a:cubicBezTo>
                  <a:cubicBezTo>
                    <a:pt x="17" y="475"/>
                    <a:pt x="18" y="475"/>
                    <a:pt x="17" y="474"/>
                  </a:cubicBezTo>
                  <a:cubicBezTo>
                    <a:pt x="18" y="474"/>
                    <a:pt x="19" y="474"/>
                    <a:pt x="20" y="474"/>
                  </a:cubicBezTo>
                  <a:cubicBezTo>
                    <a:pt x="23" y="474"/>
                    <a:pt x="25" y="473"/>
                    <a:pt x="28" y="471"/>
                  </a:cubicBezTo>
                  <a:cubicBezTo>
                    <a:pt x="33" y="467"/>
                    <a:pt x="34" y="459"/>
                    <a:pt x="37" y="453"/>
                  </a:cubicBezTo>
                  <a:cubicBezTo>
                    <a:pt x="40" y="449"/>
                    <a:pt x="43" y="444"/>
                    <a:pt x="48" y="442"/>
                  </a:cubicBezTo>
                  <a:cubicBezTo>
                    <a:pt x="53" y="441"/>
                    <a:pt x="59" y="444"/>
                    <a:pt x="60" y="449"/>
                  </a:cubicBezTo>
                  <a:cubicBezTo>
                    <a:pt x="61" y="452"/>
                    <a:pt x="57" y="458"/>
                    <a:pt x="55" y="461"/>
                  </a:cubicBezTo>
                  <a:cubicBezTo>
                    <a:pt x="52" y="466"/>
                    <a:pt x="49" y="471"/>
                    <a:pt x="50" y="478"/>
                  </a:cubicBezTo>
                  <a:cubicBezTo>
                    <a:pt x="52" y="482"/>
                    <a:pt x="56" y="485"/>
                    <a:pt x="61" y="487"/>
                  </a:cubicBezTo>
                  <a:cubicBezTo>
                    <a:pt x="65" y="488"/>
                    <a:pt x="71" y="490"/>
                    <a:pt x="75" y="489"/>
                  </a:cubicBezTo>
                  <a:cubicBezTo>
                    <a:pt x="76" y="488"/>
                    <a:pt x="77" y="488"/>
                    <a:pt x="78" y="487"/>
                  </a:cubicBezTo>
                  <a:cubicBezTo>
                    <a:pt x="81" y="486"/>
                    <a:pt x="84" y="483"/>
                    <a:pt x="85" y="480"/>
                  </a:cubicBezTo>
                  <a:cubicBezTo>
                    <a:pt x="88" y="476"/>
                    <a:pt x="90" y="470"/>
                    <a:pt x="91" y="465"/>
                  </a:cubicBezTo>
                  <a:cubicBezTo>
                    <a:pt x="94" y="453"/>
                    <a:pt x="92" y="440"/>
                    <a:pt x="86" y="429"/>
                  </a:cubicBezTo>
                  <a:cubicBezTo>
                    <a:pt x="87" y="428"/>
                    <a:pt x="88" y="426"/>
                    <a:pt x="89" y="425"/>
                  </a:cubicBezTo>
                  <a:cubicBezTo>
                    <a:pt x="89" y="425"/>
                    <a:pt x="89" y="425"/>
                    <a:pt x="89" y="425"/>
                  </a:cubicBezTo>
                  <a:cubicBezTo>
                    <a:pt x="91" y="415"/>
                    <a:pt x="92" y="404"/>
                    <a:pt x="96" y="394"/>
                  </a:cubicBezTo>
                  <a:cubicBezTo>
                    <a:pt x="97" y="395"/>
                    <a:pt x="99" y="395"/>
                    <a:pt x="100" y="395"/>
                  </a:cubicBezTo>
                  <a:cubicBezTo>
                    <a:pt x="101" y="394"/>
                    <a:pt x="102" y="392"/>
                    <a:pt x="101" y="391"/>
                  </a:cubicBezTo>
                  <a:cubicBezTo>
                    <a:pt x="100" y="390"/>
                    <a:pt x="99" y="390"/>
                    <a:pt x="98" y="389"/>
                  </a:cubicBezTo>
                  <a:cubicBezTo>
                    <a:pt x="98" y="389"/>
                    <a:pt x="98" y="388"/>
                    <a:pt x="99" y="388"/>
                  </a:cubicBezTo>
                  <a:cubicBezTo>
                    <a:pt x="104" y="377"/>
                    <a:pt x="111" y="367"/>
                    <a:pt x="119" y="358"/>
                  </a:cubicBezTo>
                  <a:cubicBezTo>
                    <a:pt x="127" y="349"/>
                    <a:pt x="137" y="342"/>
                    <a:pt x="147" y="335"/>
                  </a:cubicBezTo>
                  <a:cubicBezTo>
                    <a:pt x="153" y="331"/>
                    <a:pt x="159" y="328"/>
                    <a:pt x="166" y="325"/>
                  </a:cubicBezTo>
                  <a:cubicBezTo>
                    <a:pt x="167" y="324"/>
                    <a:pt x="169" y="324"/>
                    <a:pt x="170" y="323"/>
                  </a:cubicBezTo>
                  <a:cubicBezTo>
                    <a:pt x="171" y="339"/>
                    <a:pt x="172" y="355"/>
                    <a:pt x="173" y="371"/>
                  </a:cubicBezTo>
                  <a:cubicBezTo>
                    <a:pt x="173" y="382"/>
                    <a:pt x="173" y="393"/>
                    <a:pt x="173" y="403"/>
                  </a:cubicBezTo>
                  <a:cubicBezTo>
                    <a:pt x="173" y="414"/>
                    <a:pt x="174" y="425"/>
                    <a:pt x="174" y="436"/>
                  </a:cubicBezTo>
                  <a:cubicBezTo>
                    <a:pt x="175" y="454"/>
                    <a:pt x="174" y="472"/>
                    <a:pt x="172" y="490"/>
                  </a:cubicBezTo>
                  <a:cubicBezTo>
                    <a:pt x="172" y="492"/>
                    <a:pt x="173" y="494"/>
                    <a:pt x="174" y="495"/>
                  </a:cubicBezTo>
                  <a:cubicBezTo>
                    <a:pt x="174" y="496"/>
                    <a:pt x="174" y="498"/>
                    <a:pt x="175" y="499"/>
                  </a:cubicBezTo>
                  <a:cubicBezTo>
                    <a:pt x="177" y="506"/>
                    <a:pt x="185" y="514"/>
                    <a:pt x="193" y="514"/>
                  </a:cubicBezTo>
                  <a:cubicBezTo>
                    <a:pt x="194" y="514"/>
                    <a:pt x="196" y="513"/>
                    <a:pt x="197" y="512"/>
                  </a:cubicBezTo>
                  <a:cubicBezTo>
                    <a:pt x="206" y="515"/>
                    <a:pt x="217" y="513"/>
                    <a:pt x="225" y="514"/>
                  </a:cubicBezTo>
                  <a:cubicBezTo>
                    <a:pt x="229" y="514"/>
                    <a:pt x="232" y="514"/>
                    <a:pt x="235" y="514"/>
                  </a:cubicBezTo>
                  <a:cubicBezTo>
                    <a:pt x="235" y="516"/>
                    <a:pt x="235" y="518"/>
                    <a:pt x="235" y="520"/>
                  </a:cubicBezTo>
                  <a:cubicBezTo>
                    <a:pt x="234" y="522"/>
                    <a:pt x="233" y="526"/>
                    <a:pt x="233" y="529"/>
                  </a:cubicBezTo>
                  <a:cubicBezTo>
                    <a:pt x="222" y="530"/>
                    <a:pt x="211" y="531"/>
                    <a:pt x="200" y="531"/>
                  </a:cubicBezTo>
                  <a:cubicBezTo>
                    <a:pt x="184" y="531"/>
                    <a:pt x="167" y="532"/>
                    <a:pt x="151" y="532"/>
                  </a:cubicBezTo>
                  <a:cubicBezTo>
                    <a:pt x="143" y="532"/>
                    <a:pt x="135" y="531"/>
                    <a:pt x="127" y="531"/>
                  </a:cubicBezTo>
                  <a:cubicBezTo>
                    <a:pt x="127" y="531"/>
                    <a:pt x="126" y="531"/>
                    <a:pt x="126" y="531"/>
                  </a:cubicBezTo>
                  <a:cubicBezTo>
                    <a:pt x="124" y="530"/>
                    <a:pt x="123" y="530"/>
                    <a:pt x="122" y="530"/>
                  </a:cubicBezTo>
                  <a:cubicBezTo>
                    <a:pt x="112" y="528"/>
                    <a:pt x="102" y="529"/>
                    <a:pt x="93" y="534"/>
                  </a:cubicBezTo>
                  <a:cubicBezTo>
                    <a:pt x="77" y="541"/>
                    <a:pt x="69" y="562"/>
                    <a:pt x="73" y="578"/>
                  </a:cubicBezTo>
                  <a:cubicBezTo>
                    <a:pt x="77" y="595"/>
                    <a:pt x="93" y="604"/>
                    <a:pt x="108" y="607"/>
                  </a:cubicBezTo>
                  <a:cubicBezTo>
                    <a:pt x="118" y="609"/>
                    <a:pt x="128" y="610"/>
                    <a:pt x="138" y="610"/>
                  </a:cubicBezTo>
                  <a:cubicBezTo>
                    <a:pt x="145" y="611"/>
                    <a:pt x="153" y="611"/>
                    <a:pt x="160" y="611"/>
                  </a:cubicBezTo>
                  <a:cubicBezTo>
                    <a:pt x="171" y="610"/>
                    <a:pt x="182" y="609"/>
                    <a:pt x="193" y="609"/>
                  </a:cubicBezTo>
                  <a:cubicBezTo>
                    <a:pt x="215" y="608"/>
                    <a:pt x="236" y="610"/>
                    <a:pt x="257" y="611"/>
                  </a:cubicBezTo>
                  <a:cubicBezTo>
                    <a:pt x="279" y="611"/>
                    <a:pt x="301" y="611"/>
                    <a:pt x="323" y="609"/>
                  </a:cubicBezTo>
                  <a:cubicBezTo>
                    <a:pt x="343" y="608"/>
                    <a:pt x="363" y="606"/>
                    <a:pt x="382" y="604"/>
                  </a:cubicBezTo>
                  <a:cubicBezTo>
                    <a:pt x="392" y="603"/>
                    <a:pt x="402" y="603"/>
                    <a:pt x="411" y="604"/>
                  </a:cubicBezTo>
                  <a:cubicBezTo>
                    <a:pt x="422" y="604"/>
                    <a:pt x="432" y="605"/>
                    <a:pt x="442" y="605"/>
                  </a:cubicBezTo>
                  <a:cubicBezTo>
                    <a:pt x="462" y="606"/>
                    <a:pt x="482" y="605"/>
                    <a:pt x="502" y="604"/>
                  </a:cubicBezTo>
                  <a:cubicBezTo>
                    <a:pt x="512" y="603"/>
                    <a:pt x="522" y="603"/>
                    <a:pt x="531" y="603"/>
                  </a:cubicBezTo>
                  <a:cubicBezTo>
                    <a:pt x="535" y="603"/>
                    <a:pt x="539" y="603"/>
                    <a:pt x="542" y="602"/>
                  </a:cubicBezTo>
                  <a:cubicBezTo>
                    <a:pt x="549" y="604"/>
                    <a:pt x="556" y="603"/>
                    <a:pt x="563" y="603"/>
                  </a:cubicBezTo>
                  <a:cubicBezTo>
                    <a:pt x="571" y="602"/>
                    <a:pt x="579" y="601"/>
                    <a:pt x="586" y="597"/>
                  </a:cubicBezTo>
                  <a:cubicBezTo>
                    <a:pt x="598" y="592"/>
                    <a:pt x="604" y="580"/>
                    <a:pt x="605" y="567"/>
                  </a:cubicBezTo>
                  <a:cubicBezTo>
                    <a:pt x="606" y="555"/>
                    <a:pt x="601" y="542"/>
                    <a:pt x="592" y="533"/>
                  </a:cubicBezTo>
                  <a:cubicBezTo>
                    <a:pt x="586" y="528"/>
                    <a:pt x="580" y="525"/>
                    <a:pt x="573" y="523"/>
                  </a:cubicBezTo>
                  <a:cubicBezTo>
                    <a:pt x="570" y="522"/>
                    <a:pt x="566" y="522"/>
                    <a:pt x="563" y="521"/>
                  </a:cubicBezTo>
                  <a:cubicBezTo>
                    <a:pt x="559" y="521"/>
                    <a:pt x="555" y="521"/>
                    <a:pt x="552" y="523"/>
                  </a:cubicBezTo>
                  <a:cubicBezTo>
                    <a:pt x="552" y="523"/>
                    <a:pt x="552" y="523"/>
                    <a:pt x="552" y="523"/>
                  </a:cubicBezTo>
                  <a:cubicBezTo>
                    <a:pt x="547" y="524"/>
                    <a:pt x="541" y="525"/>
                    <a:pt x="536" y="525"/>
                  </a:cubicBezTo>
                  <a:cubicBezTo>
                    <a:pt x="525" y="527"/>
                    <a:pt x="514" y="527"/>
                    <a:pt x="503" y="527"/>
                  </a:cubicBezTo>
                  <a:cubicBezTo>
                    <a:pt x="481" y="526"/>
                    <a:pt x="458" y="527"/>
                    <a:pt x="436" y="527"/>
                  </a:cubicBezTo>
                  <a:cubicBezTo>
                    <a:pt x="431" y="527"/>
                    <a:pt x="426" y="527"/>
                    <a:pt x="420" y="527"/>
                  </a:cubicBezTo>
                  <a:cubicBezTo>
                    <a:pt x="420" y="525"/>
                    <a:pt x="420" y="523"/>
                    <a:pt x="419" y="522"/>
                  </a:cubicBezTo>
                  <a:cubicBezTo>
                    <a:pt x="419" y="520"/>
                    <a:pt x="419" y="517"/>
                    <a:pt x="418" y="515"/>
                  </a:cubicBezTo>
                  <a:cubicBezTo>
                    <a:pt x="421" y="515"/>
                    <a:pt x="423" y="515"/>
                    <a:pt x="426" y="515"/>
                  </a:cubicBezTo>
                  <a:cubicBezTo>
                    <a:pt x="432" y="514"/>
                    <a:pt x="438" y="514"/>
                    <a:pt x="444" y="514"/>
                  </a:cubicBezTo>
                  <a:cubicBezTo>
                    <a:pt x="450" y="514"/>
                    <a:pt x="456" y="514"/>
                    <a:pt x="462" y="514"/>
                  </a:cubicBezTo>
                  <a:cubicBezTo>
                    <a:pt x="468" y="513"/>
                    <a:pt x="474" y="512"/>
                    <a:pt x="479" y="508"/>
                  </a:cubicBezTo>
                  <a:cubicBezTo>
                    <a:pt x="481" y="507"/>
                    <a:pt x="483" y="505"/>
                    <a:pt x="485" y="504"/>
                  </a:cubicBezTo>
                  <a:cubicBezTo>
                    <a:pt x="485" y="503"/>
                    <a:pt x="485" y="503"/>
                    <a:pt x="486" y="502"/>
                  </a:cubicBezTo>
                  <a:cubicBezTo>
                    <a:pt x="486" y="502"/>
                    <a:pt x="486" y="501"/>
                    <a:pt x="487" y="500"/>
                  </a:cubicBezTo>
                  <a:cubicBezTo>
                    <a:pt x="487" y="499"/>
                    <a:pt x="488" y="498"/>
                    <a:pt x="488" y="496"/>
                  </a:cubicBezTo>
                  <a:cubicBezTo>
                    <a:pt x="488" y="495"/>
                    <a:pt x="487" y="494"/>
                    <a:pt x="487" y="493"/>
                  </a:cubicBezTo>
                  <a:cubicBezTo>
                    <a:pt x="487" y="490"/>
                    <a:pt x="487" y="488"/>
                    <a:pt x="487" y="485"/>
                  </a:cubicBezTo>
                  <a:cubicBezTo>
                    <a:pt x="488" y="480"/>
                    <a:pt x="489" y="474"/>
                    <a:pt x="489" y="469"/>
                  </a:cubicBezTo>
                  <a:cubicBezTo>
                    <a:pt x="490" y="458"/>
                    <a:pt x="490" y="447"/>
                    <a:pt x="491" y="436"/>
                  </a:cubicBezTo>
                  <a:cubicBezTo>
                    <a:pt x="491" y="425"/>
                    <a:pt x="492" y="414"/>
                    <a:pt x="492" y="403"/>
                  </a:cubicBezTo>
                  <a:cubicBezTo>
                    <a:pt x="493" y="391"/>
                    <a:pt x="492" y="380"/>
                    <a:pt x="493" y="369"/>
                  </a:cubicBezTo>
                  <a:cubicBezTo>
                    <a:pt x="494" y="358"/>
                    <a:pt x="493" y="347"/>
                    <a:pt x="493" y="336"/>
                  </a:cubicBezTo>
                  <a:cubicBezTo>
                    <a:pt x="493" y="331"/>
                    <a:pt x="493" y="325"/>
                    <a:pt x="493" y="320"/>
                  </a:cubicBezTo>
                  <a:cubicBezTo>
                    <a:pt x="494" y="320"/>
                    <a:pt x="495" y="321"/>
                    <a:pt x="496" y="321"/>
                  </a:cubicBezTo>
                  <a:cubicBezTo>
                    <a:pt x="502" y="325"/>
                    <a:pt x="507" y="329"/>
                    <a:pt x="512" y="333"/>
                  </a:cubicBezTo>
                  <a:cubicBezTo>
                    <a:pt x="517" y="338"/>
                    <a:pt x="522" y="342"/>
                    <a:pt x="527" y="347"/>
                  </a:cubicBezTo>
                  <a:cubicBezTo>
                    <a:pt x="532" y="352"/>
                    <a:pt x="538" y="357"/>
                    <a:pt x="544" y="362"/>
                  </a:cubicBezTo>
                  <a:cubicBezTo>
                    <a:pt x="555" y="372"/>
                    <a:pt x="565" y="383"/>
                    <a:pt x="573" y="395"/>
                  </a:cubicBezTo>
                  <a:cubicBezTo>
                    <a:pt x="577" y="402"/>
                    <a:pt x="581" y="408"/>
                    <a:pt x="586" y="414"/>
                  </a:cubicBezTo>
                  <a:cubicBezTo>
                    <a:pt x="588" y="417"/>
                    <a:pt x="590" y="420"/>
                    <a:pt x="591" y="423"/>
                  </a:cubicBezTo>
                  <a:cubicBezTo>
                    <a:pt x="593" y="427"/>
                    <a:pt x="594" y="431"/>
                    <a:pt x="596" y="434"/>
                  </a:cubicBezTo>
                  <a:cubicBezTo>
                    <a:pt x="596" y="434"/>
                    <a:pt x="596" y="434"/>
                    <a:pt x="596" y="434"/>
                  </a:cubicBezTo>
                  <a:cubicBezTo>
                    <a:pt x="595" y="436"/>
                    <a:pt x="593" y="439"/>
                    <a:pt x="592" y="441"/>
                  </a:cubicBezTo>
                  <a:cubicBezTo>
                    <a:pt x="589" y="449"/>
                    <a:pt x="587" y="457"/>
                    <a:pt x="586" y="465"/>
                  </a:cubicBezTo>
                  <a:cubicBezTo>
                    <a:pt x="586" y="469"/>
                    <a:pt x="586" y="474"/>
                    <a:pt x="587" y="478"/>
                  </a:cubicBezTo>
                  <a:cubicBezTo>
                    <a:pt x="587" y="480"/>
                    <a:pt x="588" y="483"/>
                    <a:pt x="589" y="485"/>
                  </a:cubicBezTo>
                  <a:cubicBezTo>
                    <a:pt x="588" y="489"/>
                    <a:pt x="589" y="493"/>
                    <a:pt x="593" y="494"/>
                  </a:cubicBezTo>
                  <a:cubicBezTo>
                    <a:pt x="596" y="494"/>
                    <a:pt x="599" y="494"/>
                    <a:pt x="601" y="494"/>
                  </a:cubicBezTo>
                  <a:cubicBezTo>
                    <a:pt x="604" y="494"/>
                    <a:pt x="607" y="494"/>
                    <a:pt x="610" y="494"/>
                  </a:cubicBezTo>
                  <a:cubicBezTo>
                    <a:pt x="616" y="494"/>
                    <a:pt x="622" y="492"/>
                    <a:pt x="626" y="487"/>
                  </a:cubicBezTo>
                  <a:cubicBezTo>
                    <a:pt x="630" y="480"/>
                    <a:pt x="627" y="474"/>
                    <a:pt x="626" y="467"/>
                  </a:cubicBezTo>
                  <a:cubicBezTo>
                    <a:pt x="625" y="461"/>
                    <a:pt x="625" y="455"/>
                    <a:pt x="629" y="451"/>
                  </a:cubicBezTo>
                  <a:cubicBezTo>
                    <a:pt x="638" y="442"/>
                    <a:pt x="652" y="455"/>
                    <a:pt x="656" y="463"/>
                  </a:cubicBezTo>
                  <a:cubicBezTo>
                    <a:pt x="659" y="468"/>
                    <a:pt x="663" y="477"/>
                    <a:pt x="670" y="477"/>
                  </a:cubicBezTo>
                  <a:cubicBezTo>
                    <a:pt x="673" y="477"/>
                    <a:pt x="676" y="475"/>
                    <a:pt x="677" y="473"/>
                  </a:cubicBezTo>
                  <a:cubicBezTo>
                    <a:pt x="678" y="472"/>
                    <a:pt x="679" y="472"/>
                    <a:pt x="680" y="471"/>
                  </a:cubicBezTo>
                  <a:cubicBezTo>
                    <a:pt x="684" y="467"/>
                    <a:pt x="683" y="462"/>
                    <a:pt x="682" y="458"/>
                  </a:cubicBezTo>
                  <a:close/>
                  <a:moveTo>
                    <a:pt x="332" y="15"/>
                  </a:moveTo>
                  <a:cubicBezTo>
                    <a:pt x="332" y="15"/>
                    <a:pt x="332" y="15"/>
                    <a:pt x="332" y="15"/>
                  </a:cubicBezTo>
                  <a:cubicBezTo>
                    <a:pt x="332" y="15"/>
                    <a:pt x="333" y="14"/>
                    <a:pt x="333" y="14"/>
                  </a:cubicBezTo>
                  <a:cubicBezTo>
                    <a:pt x="337" y="15"/>
                    <a:pt x="341" y="14"/>
                    <a:pt x="345" y="14"/>
                  </a:cubicBezTo>
                  <a:cubicBezTo>
                    <a:pt x="349" y="15"/>
                    <a:pt x="354" y="16"/>
                    <a:pt x="357" y="18"/>
                  </a:cubicBezTo>
                  <a:cubicBezTo>
                    <a:pt x="362" y="23"/>
                    <a:pt x="358" y="30"/>
                    <a:pt x="352" y="32"/>
                  </a:cubicBezTo>
                  <a:cubicBezTo>
                    <a:pt x="349" y="34"/>
                    <a:pt x="345" y="34"/>
                    <a:pt x="341" y="32"/>
                  </a:cubicBezTo>
                  <a:cubicBezTo>
                    <a:pt x="340" y="30"/>
                    <a:pt x="339" y="29"/>
                    <a:pt x="337" y="29"/>
                  </a:cubicBezTo>
                  <a:cubicBezTo>
                    <a:pt x="336" y="28"/>
                    <a:pt x="335" y="27"/>
                    <a:pt x="335" y="26"/>
                  </a:cubicBezTo>
                  <a:cubicBezTo>
                    <a:pt x="333" y="23"/>
                    <a:pt x="332" y="19"/>
                    <a:pt x="332" y="15"/>
                  </a:cubicBezTo>
                  <a:close/>
                  <a:moveTo>
                    <a:pt x="169" y="278"/>
                  </a:moveTo>
                  <a:cubicBezTo>
                    <a:pt x="169" y="278"/>
                    <a:pt x="169" y="278"/>
                    <a:pt x="169" y="278"/>
                  </a:cubicBezTo>
                  <a:cubicBezTo>
                    <a:pt x="169" y="280"/>
                    <a:pt x="169" y="282"/>
                    <a:pt x="169" y="284"/>
                  </a:cubicBezTo>
                  <a:cubicBezTo>
                    <a:pt x="168" y="282"/>
                    <a:pt x="168" y="281"/>
                    <a:pt x="167" y="279"/>
                  </a:cubicBezTo>
                  <a:cubicBezTo>
                    <a:pt x="168" y="279"/>
                    <a:pt x="168" y="279"/>
                    <a:pt x="169" y="278"/>
                  </a:cubicBezTo>
                  <a:close/>
                  <a:moveTo>
                    <a:pt x="58" y="397"/>
                  </a:moveTo>
                  <a:cubicBezTo>
                    <a:pt x="58" y="397"/>
                    <a:pt x="58" y="397"/>
                    <a:pt x="58" y="397"/>
                  </a:cubicBezTo>
                  <a:cubicBezTo>
                    <a:pt x="62" y="398"/>
                    <a:pt x="67" y="400"/>
                    <a:pt x="71" y="402"/>
                  </a:cubicBezTo>
                  <a:cubicBezTo>
                    <a:pt x="73" y="404"/>
                    <a:pt x="76" y="405"/>
                    <a:pt x="79" y="406"/>
                  </a:cubicBezTo>
                  <a:cubicBezTo>
                    <a:pt x="78" y="410"/>
                    <a:pt x="77" y="413"/>
                    <a:pt x="76" y="417"/>
                  </a:cubicBezTo>
                  <a:cubicBezTo>
                    <a:pt x="70" y="412"/>
                    <a:pt x="63" y="409"/>
                    <a:pt x="55" y="408"/>
                  </a:cubicBezTo>
                  <a:cubicBezTo>
                    <a:pt x="56" y="404"/>
                    <a:pt x="57" y="401"/>
                    <a:pt x="58" y="397"/>
                  </a:cubicBezTo>
                  <a:close/>
                  <a:moveTo>
                    <a:pt x="78" y="458"/>
                  </a:moveTo>
                  <a:cubicBezTo>
                    <a:pt x="78" y="458"/>
                    <a:pt x="78" y="458"/>
                    <a:pt x="78" y="458"/>
                  </a:cubicBezTo>
                  <a:cubicBezTo>
                    <a:pt x="78" y="462"/>
                    <a:pt x="77" y="466"/>
                    <a:pt x="75" y="470"/>
                  </a:cubicBezTo>
                  <a:cubicBezTo>
                    <a:pt x="74" y="472"/>
                    <a:pt x="73" y="474"/>
                    <a:pt x="72" y="475"/>
                  </a:cubicBezTo>
                  <a:cubicBezTo>
                    <a:pt x="70" y="475"/>
                    <a:pt x="67" y="475"/>
                    <a:pt x="64" y="474"/>
                  </a:cubicBezTo>
                  <a:cubicBezTo>
                    <a:pt x="64" y="474"/>
                    <a:pt x="64" y="474"/>
                    <a:pt x="63" y="473"/>
                  </a:cubicBezTo>
                  <a:cubicBezTo>
                    <a:pt x="63" y="473"/>
                    <a:pt x="63" y="473"/>
                    <a:pt x="64" y="473"/>
                  </a:cubicBezTo>
                  <a:cubicBezTo>
                    <a:pt x="64" y="471"/>
                    <a:pt x="65" y="470"/>
                    <a:pt x="66" y="468"/>
                  </a:cubicBezTo>
                  <a:cubicBezTo>
                    <a:pt x="69" y="463"/>
                    <a:pt x="72" y="457"/>
                    <a:pt x="73" y="450"/>
                  </a:cubicBezTo>
                  <a:cubicBezTo>
                    <a:pt x="74" y="443"/>
                    <a:pt x="68" y="437"/>
                    <a:pt x="62" y="433"/>
                  </a:cubicBezTo>
                  <a:cubicBezTo>
                    <a:pt x="56" y="429"/>
                    <a:pt x="48" y="428"/>
                    <a:pt x="42" y="431"/>
                  </a:cubicBezTo>
                  <a:cubicBezTo>
                    <a:pt x="35" y="434"/>
                    <a:pt x="31" y="440"/>
                    <a:pt x="27" y="446"/>
                  </a:cubicBezTo>
                  <a:cubicBezTo>
                    <a:pt x="25" y="449"/>
                    <a:pt x="24" y="453"/>
                    <a:pt x="23" y="456"/>
                  </a:cubicBezTo>
                  <a:cubicBezTo>
                    <a:pt x="22" y="458"/>
                    <a:pt x="21" y="460"/>
                    <a:pt x="21" y="461"/>
                  </a:cubicBezTo>
                  <a:cubicBezTo>
                    <a:pt x="21" y="462"/>
                    <a:pt x="19" y="464"/>
                    <a:pt x="20" y="463"/>
                  </a:cubicBezTo>
                  <a:cubicBezTo>
                    <a:pt x="19" y="464"/>
                    <a:pt x="18" y="464"/>
                    <a:pt x="17" y="464"/>
                  </a:cubicBezTo>
                  <a:cubicBezTo>
                    <a:pt x="16" y="464"/>
                    <a:pt x="16" y="463"/>
                    <a:pt x="15" y="463"/>
                  </a:cubicBezTo>
                  <a:cubicBezTo>
                    <a:pt x="15" y="463"/>
                    <a:pt x="15" y="463"/>
                    <a:pt x="15" y="463"/>
                  </a:cubicBezTo>
                  <a:cubicBezTo>
                    <a:pt x="15" y="463"/>
                    <a:pt x="15" y="463"/>
                    <a:pt x="15" y="462"/>
                  </a:cubicBezTo>
                  <a:cubicBezTo>
                    <a:pt x="15" y="462"/>
                    <a:pt x="14" y="462"/>
                    <a:pt x="14" y="462"/>
                  </a:cubicBezTo>
                  <a:cubicBezTo>
                    <a:pt x="14" y="462"/>
                    <a:pt x="14" y="462"/>
                    <a:pt x="14" y="462"/>
                  </a:cubicBezTo>
                  <a:cubicBezTo>
                    <a:pt x="14" y="462"/>
                    <a:pt x="14" y="461"/>
                    <a:pt x="14" y="460"/>
                  </a:cubicBezTo>
                  <a:cubicBezTo>
                    <a:pt x="14" y="460"/>
                    <a:pt x="14" y="459"/>
                    <a:pt x="14" y="458"/>
                  </a:cubicBezTo>
                  <a:cubicBezTo>
                    <a:pt x="14" y="458"/>
                    <a:pt x="14" y="458"/>
                    <a:pt x="14" y="458"/>
                  </a:cubicBezTo>
                  <a:cubicBezTo>
                    <a:pt x="14" y="458"/>
                    <a:pt x="14" y="457"/>
                    <a:pt x="14" y="456"/>
                  </a:cubicBezTo>
                  <a:cubicBezTo>
                    <a:pt x="15" y="455"/>
                    <a:pt x="15" y="454"/>
                    <a:pt x="16" y="452"/>
                  </a:cubicBezTo>
                  <a:cubicBezTo>
                    <a:pt x="16" y="450"/>
                    <a:pt x="17" y="447"/>
                    <a:pt x="18" y="445"/>
                  </a:cubicBezTo>
                  <a:cubicBezTo>
                    <a:pt x="20" y="440"/>
                    <a:pt x="21" y="435"/>
                    <a:pt x="24" y="430"/>
                  </a:cubicBezTo>
                  <a:cubicBezTo>
                    <a:pt x="24" y="429"/>
                    <a:pt x="25" y="428"/>
                    <a:pt x="26" y="427"/>
                  </a:cubicBezTo>
                  <a:cubicBezTo>
                    <a:pt x="26" y="427"/>
                    <a:pt x="26" y="427"/>
                    <a:pt x="26" y="426"/>
                  </a:cubicBezTo>
                  <a:cubicBezTo>
                    <a:pt x="28" y="425"/>
                    <a:pt x="31" y="423"/>
                    <a:pt x="33" y="421"/>
                  </a:cubicBezTo>
                  <a:cubicBezTo>
                    <a:pt x="36" y="420"/>
                    <a:pt x="39" y="420"/>
                    <a:pt x="42" y="420"/>
                  </a:cubicBezTo>
                  <a:cubicBezTo>
                    <a:pt x="48" y="419"/>
                    <a:pt x="55" y="420"/>
                    <a:pt x="61" y="423"/>
                  </a:cubicBezTo>
                  <a:cubicBezTo>
                    <a:pt x="74" y="429"/>
                    <a:pt x="80" y="443"/>
                    <a:pt x="78" y="458"/>
                  </a:cubicBezTo>
                  <a:close/>
                  <a:moveTo>
                    <a:pt x="80" y="401"/>
                  </a:moveTo>
                  <a:cubicBezTo>
                    <a:pt x="80" y="401"/>
                    <a:pt x="80" y="401"/>
                    <a:pt x="80" y="401"/>
                  </a:cubicBezTo>
                  <a:cubicBezTo>
                    <a:pt x="78" y="399"/>
                    <a:pt x="75" y="398"/>
                    <a:pt x="72" y="397"/>
                  </a:cubicBezTo>
                  <a:cubicBezTo>
                    <a:pt x="68" y="395"/>
                    <a:pt x="64" y="393"/>
                    <a:pt x="59" y="392"/>
                  </a:cubicBezTo>
                  <a:cubicBezTo>
                    <a:pt x="60" y="390"/>
                    <a:pt x="60" y="388"/>
                    <a:pt x="61" y="386"/>
                  </a:cubicBezTo>
                  <a:cubicBezTo>
                    <a:pt x="62" y="383"/>
                    <a:pt x="63" y="380"/>
                    <a:pt x="64" y="377"/>
                  </a:cubicBezTo>
                  <a:cubicBezTo>
                    <a:pt x="69" y="380"/>
                    <a:pt x="75" y="383"/>
                    <a:pt x="80" y="387"/>
                  </a:cubicBezTo>
                  <a:cubicBezTo>
                    <a:pt x="81" y="387"/>
                    <a:pt x="82" y="388"/>
                    <a:pt x="84" y="389"/>
                  </a:cubicBezTo>
                  <a:cubicBezTo>
                    <a:pt x="82" y="393"/>
                    <a:pt x="81" y="397"/>
                    <a:pt x="80" y="401"/>
                  </a:cubicBezTo>
                  <a:close/>
                  <a:moveTo>
                    <a:pt x="87" y="381"/>
                  </a:moveTo>
                  <a:cubicBezTo>
                    <a:pt x="87" y="381"/>
                    <a:pt x="87" y="381"/>
                    <a:pt x="87" y="381"/>
                  </a:cubicBezTo>
                  <a:cubicBezTo>
                    <a:pt x="86" y="382"/>
                    <a:pt x="86" y="383"/>
                    <a:pt x="86" y="384"/>
                  </a:cubicBezTo>
                  <a:cubicBezTo>
                    <a:pt x="84" y="383"/>
                    <a:pt x="83" y="382"/>
                    <a:pt x="82" y="381"/>
                  </a:cubicBezTo>
                  <a:cubicBezTo>
                    <a:pt x="77" y="378"/>
                    <a:pt x="71" y="375"/>
                    <a:pt x="66" y="373"/>
                  </a:cubicBezTo>
                  <a:cubicBezTo>
                    <a:pt x="67" y="370"/>
                    <a:pt x="69" y="367"/>
                    <a:pt x="70" y="364"/>
                  </a:cubicBezTo>
                  <a:cubicBezTo>
                    <a:pt x="72" y="360"/>
                    <a:pt x="75" y="356"/>
                    <a:pt x="77" y="352"/>
                  </a:cubicBezTo>
                  <a:cubicBezTo>
                    <a:pt x="82" y="355"/>
                    <a:pt x="87" y="358"/>
                    <a:pt x="91" y="361"/>
                  </a:cubicBezTo>
                  <a:cubicBezTo>
                    <a:pt x="93" y="362"/>
                    <a:pt x="95" y="363"/>
                    <a:pt x="97" y="364"/>
                  </a:cubicBezTo>
                  <a:cubicBezTo>
                    <a:pt x="93" y="369"/>
                    <a:pt x="90" y="375"/>
                    <a:pt x="87" y="381"/>
                  </a:cubicBezTo>
                  <a:close/>
                  <a:moveTo>
                    <a:pt x="109" y="349"/>
                  </a:moveTo>
                  <a:cubicBezTo>
                    <a:pt x="109" y="349"/>
                    <a:pt x="109" y="349"/>
                    <a:pt x="109" y="349"/>
                  </a:cubicBezTo>
                  <a:cubicBezTo>
                    <a:pt x="106" y="353"/>
                    <a:pt x="103" y="356"/>
                    <a:pt x="100" y="360"/>
                  </a:cubicBezTo>
                  <a:cubicBezTo>
                    <a:pt x="98" y="359"/>
                    <a:pt x="95" y="357"/>
                    <a:pt x="93" y="356"/>
                  </a:cubicBezTo>
                  <a:cubicBezTo>
                    <a:pt x="89" y="353"/>
                    <a:pt x="84" y="350"/>
                    <a:pt x="80" y="348"/>
                  </a:cubicBezTo>
                  <a:cubicBezTo>
                    <a:pt x="83" y="344"/>
                    <a:pt x="86" y="340"/>
                    <a:pt x="89" y="336"/>
                  </a:cubicBezTo>
                  <a:cubicBezTo>
                    <a:pt x="89" y="336"/>
                    <a:pt x="89" y="336"/>
                    <a:pt x="90" y="337"/>
                  </a:cubicBezTo>
                  <a:cubicBezTo>
                    <a:pt x="95" y="339"/>
                    <a:pt x="101" y="341"/>
                    <a:pt x="106" y="344"/>
                  </a:cubicBezTo>
                  <a:cubicBezTo>
                    <a:pt x="108" y="345"/>
                    <a:pt x="109" y="346"/>
                    <a:pt x="111" y="347"/>
                  </a:cubicBezTo>
                  <a:cubicBezTo>
                    <a:pt x="110" y="348"/>
                    <a:pt x="110" y="349"/>
                    <a:pt x="109" y="349"/>
                  </a:cubicBezTo>
                  <a:close/>
                  <a:moveTo>
                    <a:pt x="115" y="343"/>
                  </a:moveTo>
                  <a:cubicBezTo>
                    <a:pt x="115" y="343"/>
                    <a:pt x="115" y="343"/>
                    <a:pt x="115" y="343"/>
                  </a:cubicBezTo>
                  <a:cubicBezTo>
                    <a:pt x="113" y="341"/>
                    <a:pt x="111" y="340"/>
                    <a:pt x="109" y="339"/>
                  </a:cubicBezTo>
                  <a:cubicBezTo>
                    <a:pt x="103" y="337"/>
                    <a:pt x="98" y="334"/>
                    <a:pt x="92" y="332"/>
                  </a:cubicBezTo>
                  <a:cubicBezTo>
                    <a:pt x="94" y="330"/>
                    <a:pt x="96" y="328"/>
                    <a:pt x="98" y="326"/>
                  </a:cubicBezTo>
                  <a:cubicBezTo>
                    <a:pt x="102" y="322"/>
                    <a:pt x="106" y="318"/>
                    <a:pt x="110" y="315"/>
                  </a:cubicBezTo>
                  <a:cubicBezTo>
                    <a:pt x="113" y="319"/>
                    <a:pt x="118" y="323"/>
                    <a:pt x="122" y="326"/>
                  </a:cubicBezTo>
                  <a:cubicBezTo>
                    <a:pt x="124" y="328"/>
                    <a:pt x="127" y="329"/>
                    <a:pt x="129" y="331"/>
                  </a:cubicBezTo>
                  <a:cubicBezTo>
                    <a:pt x="124" y="335"/>
                    <a:pt x="120" y="339"/>
                    <a:pt x="115" y="343"/>
                  </a:cubicBezTo>
                  <a:close/>
                  <a:moveTo>
                    <a:pt x="139" y="324"/>
                  </a:moveTo>
                  <a:cubicBezTo>
                    <a:pt x="139" y="324"/>
                    <a:pt x="139" y="324"/>
                    <a:pt x="139" y="324"/>
                  </a:cubicBezTo>
                  <a:cubicBezTo>
                    <a:pt x="137" y="325"/>
                    <a:pt x="135" y="326"/>
                    <a:pt x="134" y="328"/>
                  </a:cubicBezTo>
                  <a:cubicBezTo>
                    <a:pt x="132" y="326"/>
                    <a:pt x="130" y="325"/>
                    <a:pt x="128" y="324"/>
                  </a:cubicBezTo>
                  <a:cubicBezTo>
                    <a:pt x="123" y="320"/>
                    <a:pt x="118" y="316"/>
                    <a:pt x="113" y="311"/>
                  </a:cubicBezTo>
                  <a:cubicBezTo>
                    <a:pt x="119" y="306"/>
                    <a:pt x="125" y="302"/>
                    <a:pt x="132" y="297"/>
                  </a:cubicBezTo>
                  <a:cubicBezTo>
                    <a:pt x="132" y="297"/>
                    <a:pt x="132" y="297"/>
                    <a:pt x="133" y="298"/>
                  </a:cubicBezTo>
                  <a:cubicBezTo>
                    <a:pt x="140" y="300"/>
                    <a:pt x="144" y="306"/>
                    <a:pt x="148" y="312"/>
                  </a:cubicBezTo>
                  <a:cubicBezTo>
                    <a:pt x="150" y="313"/>
                    <a:pt x="151" y="315"/>
                    <a:pt x="152" y="317"/>
                  </a:cubicBezTo>
                  <a:cubicBezTo>
                    <a:pt x="148" y="319"/>
                    <a:pt x="143" y="321"/>
                    <a:pt x="139" y="324"/>
                  </a:cubicBezTo>
                  <a:close/>
                  <a:moveTo>
                    <a:pt x="159" y="314"/>
                  </a:moveTo>
                  <a:cubicBezTo>
                    <a:pt x="159" y="314"/>
                    <a:pt x="159" y="314"/>
                    <a:pt x="159" y="314"/>
                  </a:cubicBezTo>
                  <a:cubicBezTo>
                    <a:pt x="158" y="314"/>
                    <a:pt x="158" y="315"/>
                    <a:pt x="157" y="315"/>
                  </a:cubicBezTo>
                  <a:cubicBezTo>
                    <a:pt x="155" y="312"/>
                    <a:pt x="153" y="309"/>
                    <a:pt x="151" y="307"/>
                  </a:cubicBezTo>
                  <a:cubicBezTo>
                    <a:pt x="147" y="302"/>
                    <a:pt x="142" y="296"/>
                    <a:pt x="136" y="294"/>
                  </a:cubicBezTo>
                  <a:cubicBezTo>
                    <a:pt x="142" y="290"/>
                    <a:pt x="149" y="286"/>
                    <a:pt x="155" y="283"/>
                  </a:cubicBezTo>
                  <a:cubicBezTo>
                    <a:pt x="157" y="282"/>
                    <a:pt x="159" y="282"/>
                    <a:pt x="161" y="281"/>
                  </a:cubicBezTo>
                  <a:cubicBezTo>
                    <a:pt x="163" y="285"/>
                    <a:pt x="165" y="289"/>
                    <a:pt x="167" y="293"/>
                  </a:cubicBezTo>
                  <a:cubicBezTo>
                    <a:pt x="168" y="295"/>
                    <a:pt x="169" y="296"/>
                    <a:pt x="169" y="297"/>
                  </a:cubicBezTo>
                  <a:cubicBezTo>
                    <a:pt x="169" y="300"/>
                    <a:pt x="169" y="302"/>
                    <a:pt x="169" y="304"/>
                  </a:cubicBezTo>
                  <a:cubicBezTo>
                    <a:pt x="170" y="306"/>
                    <a:pt x="170" y="308"/>
                    <a:pt x="170" y="310"/>
                  </a:cubicBezTo>
                  <a:cubicBezTo>
                    <a:pt x="166" y="311"/>
                    <a:pt x="162" y="313"/>
                    <a:pt x="159" y="314"/>
                  </a:cubicBezTo>
                  <a:close/>
                  <a:moveTo>
                    <a:pt x="468" y="540"/>
                  </a:moveTo>
                  <a:cubicBezTo>
                    <a:pt x="468" y="540"/>
                    <a:pt x="468" y="540"/>
                    <a:pt x="468" y="540"/>
                  </a:cubicBezTo>
                  <a:cubicBezTo>
                    <a:pt x="476" y="540"/>
                    <a:pt x="484" y="540"/>
                    <a:pt x="492" y="540"/>
                  </a:cubicBezTo>
                  <a:cubicBezTo>
                    <a:pt x="501" y="540"/>
                    <a:pt x="509" y="540"/>
                    <a:pt x="517" y="540"/>
                  </a:cubicBezTo>
                  <a:cubicBezTo>
                    <a:pt x="526" y="539"/>
                    <a:pt x="534" y="538"/>
                    <a:pt x="542" y="537"/>
                  </a:cubicBezTo>
                  <a:cubicBezTo>
                    <a:pt x="550" y="535"/>
                    <a:pt x="557" y="534"/>
                    <a:pt x="565" y="534"/>
                  </a:cubicBezTo>
                  <a:cubicBezTo>
                    <a:pt x="566" y="534"/>
                    <a:pt x="567" y="535"/>
                    <a:pt x="568" y="535"/>
                  </a:cubicBezTo>
                  <a:cubicBezTo>
                    <a:pt x="572" y="537"/>
                    <a:pt x="577" y="539"/>
                    <a:pt x="581" y="542"/>
                  </a:cubicBezTo>
                  <a:cubicBezTo>
                    <a:pt x="589" y="549"/>
                    <a:pt x="592" y="558"/>
                    <a:pt x="592" y="567"/>
                  </a:cubicBezTo>
                  <a:cubicBezTo>
                    <a:pt x="591" y="575"/>
                    <a:pt x="586" y="583"/>
                    <a:pt x="578" y="587"/>
                  </a:cubicBezTo>
                  <a:cubicBezTo>
                    <a:pt x="573" y="589"/>
                    <a:pt x="565" y="589"/>
                    <a:pt x="559" y="589"/>
                  </a:cubicBezTo>
                  <a:cubicBezTo>
                    <a:pt x="554" y="590"/>
                    <a:pt x="549" y="590"/>
                    <a:pt x="544" y="592"/>
                  </a:cubicBezTo>
                  <a:cubicBezTo>
                    <a:pt x="539" y="591"/>
                    <a:pt x="534" y="591"/>
                    <a:pt x="529" y="591"/>
                  </a:cubicBezTo>
                  <a:cubicBezTo>
                    <a:pt x="518" y="591"/>
                    <a:pt x="507" y="591"/>
                    <a:pt x="496" y="591"/>
                  </a:cubicBezTo>
                  <a:cubicBezTo>
                    <a:pt x="473" y="592"/>
                    <a:pt x="451" y="593"/>
                    <a:pt x="429" y="592"/>
                  </a:cubicBezTo>
                  <a:cubicBezTo>
                    <a:pt x="418" y="591"/>
                    <a:pt x="407" y="590"/>
                    <a:pt x="396" y="590"/>
                  </a:cubicBezTo>
                  <a:cubicBezTo>
                    <a:pt x="384" y="590"/>
                    <a:pt x="373" y="592"/>
                    <a:pt x="362" y="593"/>
                  </a:cubicBezTo>
                  <a:cubicBezTo>
                    <a:pt x="340" y="595"/>
                    <a:pt x="317" y="597"/>
                    <a:pt x="295" y="598"/>
                  </a:cubicBezTo>
                  <a:cubicBezTo>
                    <a:pt x="275" y="598"/>
                    <a:pt x="255" y="598"/>
                    <a:pt x="236" y="597"/>
                  </a:cubicBezTo>
                  <a:cubicBezTo>
                    <a:pt x="226" y="597"/>
                    <a:pt x="216" y="596"/>
                    <a:pt x="206" y="596"/>
                  </a:cubicBezTo>
                  <a:cubicBezTo>
                    <a:pt x="196" y="596"/>
                    <a:pt x="186" y="597"/>
                    <a:pt x="176" y="598"/>
                  </a:cubicBezTo>
                  <a:cubicBezTo>
                    <a:pt x="172" y="598"/>
                    <a:pt x="167" y="599"/>
                    <a:pt x="163" y="599"/>
                  </a:cubicBezTo>
                  <a:cubicBezTo>
                    <a:pt x="148" y="596"/>
                    <a:pt x="133" y="597"/>
                    <a:pt x="118" y="595"/>
                  </a:cubicBezTo>
                  <a:cubicBezTo>
                    <a:pt x="106" y="593"/>
                    <a:pt x="91" y="589"/>
                    <a:pt x="86" y="577"/>
                  </a:cubicBezTo>
                  <a:cubicBezTo>
                    <a:pt x="82" y="564"/>
                    <a:pt x="90" y="548"/>
                    <a:pt x="103" y="544"/>
                  </a:cubicBezTo>
                  <a:cubicBezTo>
                    <a:pt x="110" y="542"/>
                    <a:pt x="118" y="543"/>
                    <a:pt x="126" y="543"/>
                  </a:cubicBezTo>
                  <a:cubicBezTo>
                    <a:pt x="132" y="543"/>
                    <a:pt x="140" y="544"/>
                    <a:pt x="146" y="542"/>
                  </a:cubicBezTo>
                  <a:cubicBezTo>
                    <a:pt x="153" y="543"/>
                    <a:pt x="160" y="543"/>
                    <a:pt x="168" y="543"/>
                  </a:cubicBezTo>
                  <a:cubicBezTo>
                    <a:pt x="179" y="543"/>
                    <a:pt x="189" y="543"/>
                    <a:pt x="200" y="543"/>
                  </a:cubicBezTo>
                  <a:cubicBezTo>
                    <a:pt x="211" y="543"/>
                    <a:pt x="222" y="542"/>
                    <a:pt x="233" y="541"/>
                  </a:cubicBezTo>
                  <a:cubicBezTo>
                    <a:pt x="256" y="539"/>
                    <a:pt x="278" y="540"/>
                    <a:pt x="301" y="540"/>
                  </a:cubicBezTo>
                  <a:cubicBezTo>
                    <a:pt x="323" y="540"/>
                    <a:pt x="345" y="541"/>
                    <a:pt x="368" y="540"/>
                  </a:cubicBezTo>
                  <a:cubicBezTo>
                    <a:pt x="384" y="540"/>
                    <a:pt x="401" y="540"/>
                    <a:pt x="417" y="540"/>
                  </a:cubicBezTo>
                  <a:cubicBezTo>
                    <a:pt x="434" y="540"/>
                    <a:pt x="451" y="540"/>
                    <a:pt x="468" y="540"/>
                  </a:cubicBezTo>
                  <a:close/>
                  <a:moveTo>
                    <a:pt x="246" y="514"/>
                  </a:moveTo>
                  <a:cubicBezTo>
                    <a:pt x="246" y="514"/>
                    <a:pt x="246" y="514"/>
                    <a:pt x="246" y="514"/>
                  </a:cubicBezTo>
                  <a:cubicBezTo>
                    <a:pt x="261" y="514"/>
                    <a:pt x="277" y="513"/>
                    <a:pt x="292" y="513"/>
                  </a:cubicBezTo>
                  <a:cubicBezTo>
                    <a:pt x="331" y="514"/>
                    <a:pt x="369" y="517"/>
                    <a:pt x="407" y="515"/>
                  </a:cubicBezTo>
                  <a:cubicBezTo>
                    <a:pt x="407" y="518"/>
                    <a:pt x="408" y="520"/>
                    <a:pt x="408" y="523"/>
                  </a:cubicBezTo>
                  <a:cubicBezTo>
                    <a:pt x="408" y="524"/>
                    <a:pt x="408" y="525"/>
                    <a:pt x="408" y="527"/>
                  </a:cubicBezTo>
                  <a:cubicBezTo>
                    <a:pt x="395" y="527"/>
                    <a:pt x="382" y="527"/>
                    <a:pt x="369" y="527"/>
                  </a:cubicBezTo>
                  <a:cubicBezTo>
                    <a:pt x="347" y="528"/>
                    <a:pt x="325" y="527"/>
                    <a:pt x="302" y="527"/>
                  </a:cubicBezTo>
                  <a:cubicBezTo>
                    <a:pt x="285" y="527"/>
                    <a:pt x="268" y="527"/>
                    <a:pt x="251" y="528"/>
                  </a:cubicBezTo>
                  <a:cubicBezTo>
                    <a:pt x="249" y="528"/>
                    <a:pt x="247" y="528"/>
                    <a:pt x="245" y="528"/>
                  </a:cubicBezTo>
                  <a:cubicBezTo>
                    <a:pt x="245" y="528"/>
                    <a:pt x="245" y="527"/>
                    <a:pt x="245" y="527"/>
                  </a:cubicBezTo>
                  <a:cubicBezTo>
                    <a:pt x="245" y="525"/>
                    <a:pt x="246" y="522"/>
                    <a:pt x="246" y="519"/>
                  </a:cubicBezTo>
                  <a:cubicBezTo>
                    <a:pt x="246" y="517"/>
                    <a:pt x="246" y="516"/>
                    <a:pt x="246" y="514"/>
                  </a:cubicBezTo>
                  <a:close/>
                  <a:moveTo>
                    <a:pt x="479" y="390"/>
                  </a:moveTo>
                  <a:cubicBezTo>
                    <a:pt x="479" y="390"/>
                    <a:pt x="479" y="390"/>
                    <a:pt x="479" y="390"/>
                  </a:cubicBezTo>
                  <a:cubicBezTo>
                    <a:pt x="479" y="402"/>
                    <a:pt x="479" y="413"/>
                    <a:pt x="479" y="424"/>
                  </a:cubicBezTo>
                  <a:cubicBezTo>
                    <a:pt x="478" y="437"/>
                    <a:pt x="478" y="451"/>
                    <a:pt x="477" y="464"/>
                  </a:cubicBezTo>
                  <a:cubicBezTo>
                    <a:pt x="476" y="474"/>
                    <a:pt x="475" y="485"/>
                    <a:pt x="477" y="495"/>
                  </a:cubicBezTo>
                  <a:cubicBezTo>
                    <a:pt x="475" y="496"/>
                    <a:pt x="474" y="497"/>
                    <a:pt x="473" y="498"/>
                  </a:cubicBezTo>
                  <a:cubicBezTo>
                    <a:pt x="469" y="501"/>
                    <a:pt x="465" y="501"/>
                    <a:pt x="460" y="502"/>
                  </a:cubicBezTo>
                  <a:cubicBezTo>
                    <a:pt x="455" y="502"/>
                    <a:pt x="450" y="502"/>
                    <a:pt x="445" y="502"/>
                  </a:cubicBezTo>
                  <a:cubicBezTo>
                    <a:pt x="440" y="502"/>
                    <a:pt x="434" y="502"/>
                    <a:pt x="429" y="502"/>
                  </a:cubicBezTo>
                  <a:cubicBezTo>
                    <a:pt x="407" y="504"/>
                    <a:pt x="384" y="504"/>
                    <a:pt x="362" y="503"/>
                  </a:cubicBezTo>
                  <a:cubicBezTo>
                    <a:pt x="340" y="503"/>
                    <a:pt x="317" y="502"/>
                    <a:pt x="295" y="501"/>
                  </a:cubicBezTo>
                  <a:cubicBezTo>
                    <a:pt x="273" y="501"/>
                    <a:pt x="250" y="502"/>
                    <a:pt x="228" y="502"/>
                  </a:cubicBezTo>
                  <a:cubicBezTo>
                    <a:pt x="221" y="502"/>
                    <a:pt x="215" y="503"/>
                    <a:pt x="208" y="503"/>
                  </a:cubicBezTo>
                  <a:cubicBezTo>
                    <a:pt x="205" y="503"/>
                    <a:pt x="201" y="503"/>
                    <a:pt x="198" y="503"/>
                  </a:cubicBezTo>
                  <a:cubicBezTo>
                    <a:pt x="197" y="503"/>
                    <a:pt x="197" y="502"/>
                    <a:pt x="196" y="502"/>
                  </a:cubicBezTo>
                  <a:cubicBezTo>
                    <a:pt x="194" y="501"/>
                    <a:pt x="191" y="500"/>
                    <a:pt x="189" y="498"/>
                  </a:cubicBezTo>
                  <a:cubicBezTo>
                    <a:pt x="188" y="498"/>
                    <a:pt x="188" y="497"/>
                    <a:pt x="188" y="497"/>
                  </a:cubicBezTo>
                  <a:cubicBezTo>
                    <a:pt x="187" y="495"/>
                    <a:pt x="187" y="495"/>
                    <a:pt x="186" y="494"/>
                  </a:cubicBezTo>
                  <a:cubicBezTo>
                    <a:pt x="186" y="492"/>
                    <a:pt x="185" y="490"/>
                    <a:pt x="185" y="487"/>
                  </a:cubicBezTo>
                  <a:cubicBezTo>
                    <a:pt x="185" y="487"/>
                    <a:pt x="185" y="486"/>
                    <a:pt x="185" y="486"/>
                  </a:cubicBezTo>
                  <a:cubicBezTo>
                    <a:pt x="189" y="486"/>
                    <a:pt x="193" y="486"/>
                    <a:pt x="196" y="487"/>
                  </a:cubicBezTo>
                  <a:cubicBezTo>
                    <a:pt x="204" y="487"/>
                    <a:pt x="211" y="487"/>
                    <a:pt x="219" y="487"/>
                  </a:cubicBezTo>
                  <a:cubicBezTo>
                    <a:pt x="233" y="487"/>
                    <a:pt x="248" y="488"/>
                    <a:pt x="262" y="488"/>
                  </a:cubicBezTo>
                  <a:cubicBezTo>
                    <a:pt x="277" y="487"/>
                    <a:pt x="291" y="485"/>
                    <a:pt x="306" y="483"/>
                  </a:cubicBezTo>
                  <a:cubicBezTo>
                    <a:pt x="313" y="482"/>
                    <a:pt x="321" y="481"/>
                    <a:pt x="328" y="481"/>
                  </a:cubicBezTo>
                  <a:cubicBezTo>
                    <a:pt x="332" y="481"/>
                    <a:pt x="335" y="481"/>
                    <a:pt x="339" y="481"/>
                  </a:cubicBezTo>
                  <a:cubicBezTo>
                    <a:pt x="340" y="480"/>
                    <a:pt x="342" y="480"/>
                    <a:pt x="343" y="480"/>
                  </a:cubicBezTo>
                  <a:cubicBezTo>
                    <a:pt x="343" y="480"/>
                    <a:pt x="343" y="480"/>
                    <a:pt x="344" y="480"/>
                  </a:cubicBezTo>
                  <a:cubicBezTo>
                    <a:pt x="345" y="482"/>
                    <a:pt x="349" y="482"/>
                    <a:pt x="351" y="479"/>
                  </a:cubicBezTo>
                  <a:cubicBezTo>
                    <a:pt x="355" y="474"/>
                    <a:pt x="353" y="465"/>
                    <a:pt x="353" y="459"/>
                  </a:cubicBezTo>
                  <a:cubicBezTo>
                    <a:pt x="353" y="451"/>
                    <a:pt x="354" y="443"/>
                    <a:pt x="354" y="436"/>
                  </a:cubicBezTo>
                  <a:cubicBezTo>
                    <a:pt x="354" y="427"/>
                    <a:pt x="353" y="419"/>
                    <a:pt x="352" y="410"/>
                  </a:cubicBezTo>
                  <a:cubicBezTo>
                    <a:pt x="351" y="406"/>
                    <a:pt x="351" y="402"/>
                    <a:pt x="350" y="398"/>
                  </a:cubicBezTo>
                  <a:cubicBezTo>
                    <a:pt x="350" y="395"/>
                    <a:pt x="350" y="391"/>
                    <a:pt x="348" y="387"/>
                  </a:cubicBezTo>
                  <a:cubicBezTo>
                    <a:pt x="348" y="387"/>
                    <a:pt x="348" y="387"/>
                    <a:pt x="348" y="386"/>
                  </a:cubicBezTo>
                  <a:cubicBezTo>
                    <a:pt x="348" y="386"/>
                    <a:pt x="348" y="386"/>
                    <a:pt x="348" y="386"/>
                  </a:cubicBezTo>
                  <a:cubicBezTo>
                    <a:pt x="348" y="386"/>
                    <a:pt x="348" y="386"/>
                    <a:pt x="348" y="386"/>
                  </a:cubicBezTo>
                  <a:cubicBezTo>
                    <a:pt x="348" y="386"/>
                    <a:pt x="348" y="386"/>
                    <a:pt x="348" y="386"/>
                  </a:cubicBezTo>
                  <a:cubicBezTo>
                    <a:pt x="347" y="386"/>
                    <a:pt x="347" y="386"/>
                    <a:pt x="347" y="385"/>
                  </a:cubicBezTo>
                  <a:cubicBezTo>
                    <a:pt x="346" y="385"/>
                    <a:pt x="345" y="384"/>
                    <a:pt x="343" y="385"/>
                  </a:cubicBezTo>
                  <a:cubicBezTo>
                    <a:pt x="336" y="386"/>
                    <a:pt x="330" y="386"/>
                    <a:pt x="323" y="386"/>
                  </a:cubicBezTo>
                  <a:cubicBezTo>
                    <a:pt x="316" y="386"/>
                    <a:pt x="308" y="386"/>
                    <a:pt x="301" y="386"/>
                  </a:cubicBezTo>
                  <a:cubicBezTo>
                    <a:pt x="294" y="386"/>
                    <a:pt x="287" y="386"/>
                    <a:pt x="280" y="386"/>
                  </a:cubicBezTo>
                  <a:cubicBezTo>
                    <a:pt x="273" y="385"/>
                    <a:pt x="266" y="385"/>
                    <a:pt x="259" y="387"/>
                  </a:cubicBezTo>
                  <a:cubicBezTo>
                    <a:pt x="247" y="389"/>
                    <a:pt x="233" y="389"/>
                    <a:pt x="220" y="388"/>
                  </a:cubicBezTo>
                  <a:cubicBezTo>
                    <a:pt x="214" y="387"/>
                    <a:pt x="207" y="385"/>
                    <a:pt x="200" y="385"/>
                  </a:cubicBezTo>
                  <a:cubicBezTo>
                    <a:pt x="197" y="385"/>
                    <a:pt x="193" y="385"/>
                    <a:pt x="190" y="385"/>
                  </a:cubicBezTo>
                  <a:cubicBezTo>
                    <a:pt x="189" y="385"/>
                    <a:pt x="188" y="385"/>
                    <a:pt x="187" y="386"/>
                  </a:cubicBezTo>
                  <a:cubicBezTo>
                    <a:pt x="187" y="379"/>
                    <a:pt x="187" y="372"/>
                    <a:pt x="186" y="365"/>
                  </a:cubicBezTo>
                  <a:cubicBezTo>
                    <a:pt x="186" y="343"/>
                    <a:pt x="183" y="321"/>
                    <a:pt x="183" y="299"/>
                  </a:cubicBezTo>
                  <a:cubicBezTo>
                    <a:pt x="182" y="276"/>
                    <a:pt x="182" y="254"/>
                    <a:pt x="182" y="232"/>
                  </a:cubicBezTo>
                  <a:cubicBezTo>
                    <a:pt x="182" y="221"/>
                    <a:pt x="183" y="211"/>
                    <a:pt x="182" y="201"/>
                  </a:cubicBezTo>
                  <a:cubicBezTo>
                    <a:pt x="182" y="196"/>
                    <a:pt x="182" y="191"/>
                    <a:pt x="182" y="186"/>
                  </a:cubicBezTo>
                  <a:cubicBezTo>
                    <a:pt x="182" y="183"/>
                    <a:pt x="182" y="180"/>
                    <a:pt x="181" y="176"/>
                  </a:cubicBezTo>
                  <a:cubicBezTo>
                    <a:pt x="182" y="173"/>
                    <a:pt x="183" y="170"/>
                    <a:pt x="184" y="168"/>
                  </a:cubicBezTo>
                  <a:cubicBezTo>
                    <a:pt x="186" y="166"/>
                    <a:pt x="188" y="165"/>
                    <a:pt x="190" y="164"/>
                  </a:cubicBezTo>
                  <a:cubicBezTo>
                    <a:pt x="195" y="163"/>
                    <a:pt x="200" y="163"/>
                    <a:pt x="205" y="163"/>
                  </a:cubicBezTo>
                  <a:cubicBezTo>
                    <a:pt x="210" y="163"/>
                    <a:pt x="215" y="163"/>
                    <a:pt x="220" y="163"/>
                  </a:cubicBezTo>
                  <a:cubicBezTo>
                    <a:pt x="226" y="163"/>
                    <a:pt x="232" y="162"/>
                    <a:pt x="238" y="161"/>
                  </a:cubicBezTo>
                  <a:cubicBezTo>
                    <a:pt x="248" y="160"/>
                    <a:pt x="259" y="158"/>
                    <a:pt x="270" y="157"/>
                  </a:cubicBezTo>
                  <a:cubicBezTo>
                    <a:pt x="280" y="156"/>
                    <a:pt x="291" y="156"/>
                    <a:pt x="302" y="156"/>
                  </a:cubicBezTo>
                  <a:cubicBezTo>
                    <a:pt x="313" y="156"/>
                    <a:pt x="324" y="156"/>
                    <a:pt x="335" y="156"/>
                  </a:cubicBezTo>
                  <a:cubicBezTo>
                    <a:pt x="357" y="155"/>
                    <a:pt x="378" y="156"/>
                    <a:pt x="400" y="156"/>
                  </a:cubicBezTo>
                  <a:cubicBezTo>
                    <a:pt x="418" y="157"/>
                    <a:pt x="435" y="157"/>
                    <a:pt x="452" y="160"/>
                  </a:cubicBezTo>
                  <a:cubicBezTo>
                    <a:pt x="460" y="161"/>
                    <a:pt x="467" y="163"/>
                    <a:pt x="474" y="165"/>
                  </a:cubicBezTo>
                  <a:cubicBezTo>
                    <a:pt x="475" y="165"/>
                    <a:pt x="476" y="166"/>
                    <a:pt x="477" y="166"/>
                  </a:cubicBezTo>
                  <a:cubicBezTo>
                    <a:pt x="478" y="167"/>
                    <a:pt x="479" y="167"/>
                    <a:pt x="479" y="167"/>
                  </a:cubicBezTo>
                  <a:cubicBezTo>
                    <a:pt x="479" y="171"/>
                    <a:pt x="479" y="174"/>
                    <a:pt x="479" y="178"/>
                  </a:cubicBezTo>
                  <a:cubicBezTo>
                    <a:pt x="478" y="183"/>
                    <a:pt x="478" y="189"/>
                    <a:pt x="478" y="195"/>
                  </a:cubicBezTo>
                  <a:cubicBezTo>
                    <a:pt x="478" y="206"/>
                    <a:pt x="478" y="217"/>
                    <a:pt x="478" y="228"/>
                  </a:cubicBezTo>
                  <a:cubicBezTo>
                    <a:pt x="478" y="250"/>
                    <a:pt x="476" y="271"/>
                    <a:pt x="478" y="293"/>
                  </a:cubicBezTo>
                  <a:cubicBezTo>
                    <a:pt x="478" y="298"/>
                    <a:pt x="479" y="304"/>
                    <a:pt x="479" y="309"/>
                  </a:cubicBezTo>
                  <a:cubicBezTo>
                    <a:pt x="479" y="309"/>
                    <a:pt x="479" y="309"/>
                    <a:pt x="479" y="309"/>
                  </a:cubicBezTo>
                  <a:cubicBezTo>
                    <a:pt x="478" y="311"/>
                    <a:pt x="478" y="313"/>
                    <a:pt x="479" y="314"/>
                  </a:cubicBezTo>
                  <a:cubicBezTo>
                    <a:pt x="480" y="318"/>
                    <a:pt x="480" y="321"/>
                    <a:pt x="480" y="325"/>
                  </a:cubicBezTo>
                  <a:cubicBezTo>
                    <a:pt x="480" y="336"/>
                    <a:pt x="480" y="346"/>
                    <a:pt x="480" y="357"/>
                  </a:cubicBezTo>
                  <a:cubicBezTo>
                    <a:pt x="480" y="368"/>
                    <a:pt x="479" y="379"/>
                    <a:pt x="479" y="390"/>
                  </a:cubicBezTo>
                  <a:close/>
                  <a:moveTo>
                    <a:pt x="203" y="451"/>
                  </a:moveTo>
                  <a:cubicBezTo>
                    <a:pt x="203" y="451"/>
                    <a:pt x="203" y="451"/>
                    <a:pt x="203" y="451"/>
                  </a:cubicBezTo>
                  <a:cubicBezTo>
                    <a:pt x="204" y="458"/>
                    <a:pt x="204" y="465"/>
                    <a:pt x="204" y="473"/>
                  </a:cubicBezTo>
                  <a:cubicBezTo>
                    <a:pt x="203" y="474"/>
                    <a:pt x="203" y="476"/>
                    <a:pt x="203" y="478"/>
                  </a:cubicBezTo>
                  <a:cubicBezTo>
                    <a:pt x="201" y="478"/>
                    <a:pt x="199" y="478"/>
                    <a:pt x="198" y="478"/>
                  </a:cubicBezTo>
                  <a:cubicBezTo>
                    <a:pt x="194" y="477"/>
                    <a:pt x="190" y="477"/>
                    <a:pt x="187" y="477"/>
                  </a:cubicBezTo>
                  <a:cubicBezTo>
                    <a:pt x="189" y="462"/>
                    <a:pt x="189" y="446"/>
                    <a:pt x="188" y="431"/>
                  </a:cubicBezTo>
                  <a:cubicBezTo>
                    <a:pt x="187" y="418"/>
                    <a:pt x="187" y="405"/>
                    <a:pt x="187" y="392"/>
                  </a:cubicBezTo>
                  <a:cubicBezTo>
                    <a:pt x="190" y="392"/>
                    <a:pt x="193" y="392"/>
                    <a:pt x="196" y="392"/>
                  </a:cubicBezTo>
                  <a:cubicBezTo>
                    <a:pt x="198" y="392"/>
                    <a:pt x="200" y="392"/>
                    <a:pt x="202" y="392"/>
                  </a:cubicBezTo>
                  <a:cubicBezTo>
                    <a:pt x="202" y="396"/>
                    <a:pt x="202" y="401"/>
                    <a:pt x="203" y="405"/>
                  </a:cubicBezTo>
                  <a:cubicBezTo>
                    <a:pt x="203" y="410"/>
                    <a:pt x="203" y="415"/>
                    <a:pt x="203" y="420"/>
                  </a:cubicBezTo>
                  <a:cubicBezTo>
                    <a:pt x="203" y="430"/>
                    <a:pt x="203" y="440"/>
                    <a:pt x="203" y="451"/>
                  </a:cubicBezTo>
                  <a:close/>
                  <a:moveTo>
                    <a:pt x="252" y="412"/>
                  </a:moveTo>
                  <a:cubicBezTo>
                    <a:pt x="252" y="412"/>
                    <a:pt x="252" y="412"/>
                    <a:pt x="252" y="412"/>
                  </a:cubicBezTo>
                  <a:cubicBezTo>
                    <a:pt x="252" y="420"/>
                    <a:pt x="253" y="428"/>
                    <a:pt x="254" y="436"/>
                  </a:cubicBezTo>
                  <a:cubicBezTo>
                    <a:pt x="255" y="450"/>
                    <a:pt x="255" y="464"/>
                    <a:pt x="256" y="478"/>
                  </a:cubicBezTo>
                  <a:cubicBezTo>
                    <a:pt x="244" y="478"/>
                    <a:pt x="233" y="478"/>
                    <a:pt x="221" y="478"/>
                  </a:cubicBezTo>
                  <a:cubicBezTo>
                    <a:pt x="217" y="478"/>
                    <a:pt x="213" y="478"/>
                    <a:pt x="209" y="478"/>
                  </a:cubicBezTo>
                  <a:cubicBezTo>
                    <a:pt x="210" y="475"/>
                    <a:pt x="210" y="473"/>
                    <a:pt x="210" y="471"/>
                  </a:cubicBezTo>
                  <a:cubicBezTo>
                    <a:pt x="211" y="463"/>
                    <a:pt x="210" y="456"/>
                    <a:pt x="209" y="448"/>
                  </a:cubicBezTo>
                  <a:cubicBezTo>
                    <a:pt x="209" y="439"/>
                    <a:pt x="209" y="429"/>
                    <a:pt x="209" y="420"/>
                  </a:cubicBezTo>
                  <a:cubicBezTo>
                    <a:pt x="208" y="415"/>
                    <a:pt x="208" y="410"/>
                    <a:pt x="208" y="406"/>
                  </a:cubicBezTo>
                  <a:cubicBezTo>
                    <a:pt x="207" y="401"/>
                    <a:pt x="206" y="397"/>
                    <a:pt x="205" y="393"/>
                  </a:cubicBezTo>
                  <a:cubicBezTo>
                    <a:pt x="209" y="393"/>
                    <a:pt x="213" y="394"/>
                    <a:pt x="217" y="395"/>
                  </a:cubicBezTo>
                  <a:cubicBezTo>
                    <a:pt x="228" y="397"/>
                    <a:pt x="241" y="397"/>
                    <a:pt x="253" y="396"/>
                  </a:cubicBezTo>
                  <a:cubicBezTo>
                    <a:pt x="252" y="402"/>
                    <a:pt x="252" y="407"/>
                    <a:pt x="252" y="412"/>
                  </a:cubicBezTo>
                  <a:close/>
                  <a:moveTo>
                    <a:pt x="296" y="474"/>
                  </a:moveTo>
                  <a:cubicBezTo>
                    <a:pt x="296" y="474"/>
                    <a:pt x="296" y="474"/>
                    <a:pt x="296" y="474"/>
                  </a:cubicBezTo>
                  <a:cubicBezTo>
                    <a:pt x="286" y="476"/>
                    <a:pt x="276" y="477"/>
                    <a:pt x="266" y="478"/>
                  </a:cubicBezTo>
                  <a:cubicBezTo>
                    <a:pt x="265" y="478"/>
                    <a:pt x="264" y="478"/>
                    <a:pt x="263" y="478"/>
                  </a:cubicBezTo>
                  <a:cubicBezTo>
                    <a:pt x="263" y="464"/>
                    <a:pt x="263" y="451"/>
                    <a:pt x="262" y="437"/>
                  </a:cubicBezTo>
                  <a:cubicBezTo>
                    <a:pt x="260" y="423"/>
                    <a:pt x="259" y="409"/>
                    <a:pt x="258" y="396"/>
                  </a:cubicBezTo>
                  <a:cubicBezTo>
                    <a:pt x="258" y="396"/>
                    <a:pt x="258" y="396"/>
                    <a:pt x="258" y="396"/>
                  </a:cubicBezTo>
                  <a:cubicBezTo>
                    <a:pt x="261" y="395"/>
                    <a:pt x="264" y="394"/>
                    <a:pt x="268" y="394"/>
                  </a:cubicBezTo>
                  <a:cubicBezTo>
                    <a:pt x="271" y="394"/>
                    <a:pt x="275" y="394"/>
                    <a:pt x="278" y="395"/>
                  </a:cubicBezTo>
                  <a:cubicBezTo>
                    <a:pt x="286" y="395"/>
                    <a:pt x="293" y="395"/>
                    <a:pt x="300" y="395"/>
                  </a:cubicBezTo>
                  <a:cubicBezTo>
                    <a:pt x="299" y="400"/>
                    <a:pt x="299" y="405"/>
                    <a:pt x="299" y="411"/>
                  </a:cubicBezTo>
                  <a:cubicBezTo>
                    <a:pt x="299" y="418"/>
                    <a:pt x="298" y="426"/>
                    <a:pt x="298" y="434"/>
                  </a:cubicBezTo>
                  <a:cubicBezTo>
                    <a:pt x="298" y="447"/>
                    <a:pt x="296" y="461"/>
                    <a:pt x="296" y="474"/>
                  </a:cubicBezTo>
                  <a:close/>
                  <a:moveTo>
                    <a:pt x="305" y="395"/>
                  </a:moveTo>
                  <a:cubicBezTo>
                    <a:pt x="305" y="395"/>
                    <a:pt x="305" y="395"/>
                    <a:pt x="305" y="395"/>
                  </a:cubicBezTo>
                  <a:cubicBezTo>
                    <a:pt x="311" y="395"/>
                    <a:pt x="317" y="395"/>
                    <a:pt x="323" y="395"/>
                  </a:cubicBezTo>
                  <a:cubicBezTo>
                    <a:pt x="329" y="395"/>
                    <a:pt x="335" y="395"/>
                    <a:pt x="342" y="394"/>
                  </a:cubicBezTo>
                  <a:cubicBezTo>
                    <a:pt x="342" y="396"/>
                    <a:pt x="342" y="397"/>
                    <a:pt x="342" y="398"/>
                  </a:cubicBezTo>
                  <a:cubicBezTo>
                    <a:pt x="342" y="402"/>
                    <a:pt x="343" y="406"/>
                    <a:pt x="343" y="410"/>
                  </a:cubicBezTo>
                  <a:cubicBezTo>
                    <a:pt x="343" y="418"/>
                    <a:pt x="344" y="426"/>
                    <a:pt x="344" y="434"/>
                  </a:cubicBezTo>
                  <a:cubicBezTo>
                    <a:pt x="344" y="442"/>
                    <a:pt x="343" y="449"/>
                    <a:pt x="343" y="457"/>
                  </a:cubicBezTo>
                  <a:cubicBezTo>
                    <a:pt x="343" y="460"/>
                    <a:pt x="343" y="463"/>
                    <a:pt x="344" y="466"/>
                  </a:cubicBezTo>
                  <a:cubicBezTo>
                    <a:pt x="344" y="468"/>
                    <a:pt x="344" y="470"/>
                    <a:pt x="343" y="471"/>
                  </a:cubicBezTo>
                  <a:cubicBezTo>
                    <a:pt x="341" y="471"/>
                    <a:pt x="338" y="472"/>
                    <a:pt x="336" y="472"/>
                  </a:cubicBezTo>
                  <a:cubicBezTo>
                    <a:pt x="328" y="472"/>
                    <a:pt x="320" y="472"/>
                    <a:pt x="313" y="473"/>
                  </a:cubicBezTo>
                  <a:cubicBezTo>
                    <a:pt x="309" y="473"/>
                    <a:pt x="306" y="473"/>
                    <a:pt x="303" y="474"/>
                  </a:cubicBezTo>
                  <a:cubicBezTo>
                    <a:pt x="303" y="468"/>
                    <a:pt x="303" y="462"/>
                    <a:pt x="303" y="456"/>
                  </a:cubicBezTo>
                  <a:cubicBezTo>
                    <a:pt x="303" y="449"/>
                    <a:pt x="304" y="441"/>
                    <a:pt x="304" y="434"/>
                  </a:cubicBezTo>
                  <a:cubicBezTo>
                    <a:pt x="305" y="426"/>
                    <a:pt x="305" y="419"/>
                    <a:pt x="305" y="412"/>
                  </a:cubicBezTo>
                  <a:cubicBezTo>
                    <a:pt x="305" y="406"/>
                    <a:pt x="306" y="400"/>
                    <a:pt x="305" y="395"/>
                  </a:cubicBezTo>
                  <a:close/>
                  <a:moveTo>
                    <a:pt x="623" y="404"/>
                  </a:moveTo>
                  <a:cubicBezTo>
                    <a:pt x="623" y="404"/>
                    <a:pt x="623" y="404"/>
                    <a:pt x="623" y="404"/>
                  </a:cubicBezTo>
                  <a:cubicBezTo>
                    <a:pt x="624" y="406"/>
                    <a:pt x="625" y="408"/>
                    <a:pt x="625" y="410"/>
                  </a:cubicBezTo>
                  <a:cubicBezTo>
                    <a:pt x="618" y="411"/>
                    <a:pt x="611" y="416"/>
                    <a:pt x="606" y="422"/>
                  </a:cubicBezTo>
                  <a:cubicBezTo>
                    <a:pt x="604" y="419"/>
                    <a:pt x="603" y="416"/>
                    <a:pt x="601" y="413"/>
                  </a:cubicBezTo>
                  <a:cubicBezTo>
                    <a:pt x="603" y="411"/>
                    <a:pt x="605" y="409"/>
                    <a:pt x="607" y="407"/>
                  </a:cubicBezTo>
                  <a:cubicBezTo>
                    <a:pt x="610" y="405"/>
                    <a:pt x="612" y="403"/>
                    <a:pt x="615" y="402"/>
                  </a:cubicBezTo>
                  <a:cubicBezTo>
                    <a:pt x="616" y="401"/>
                    <a:pt x="619" y="400"/>
                    <a:pt x="620" y="398"/>
                  </a:cubicBezTo>
                  <a:cubicBezTo>
                    <a:pt x="621" y="400"/>
                    <a:pt x="622" y="402"/>
                    <a:pt x="623" y="404"/>
                  </a:cubicBezTo>
                  <a:close/>
                  <a:moveTo>
                    <a:pt x="495" y="302"/>
                  </a:moveTo>
                  <a:cubicBezTo>
                    <a:pt x="495" y="302"/>
                    <a:pt x="495" y="302"/>
                    <a:pt x="495" y="302"/>
                  </a:cubicBezTo>
                  <a:cubicBezTo>
                    <a:pt x="495" y="303"/>
                    <a:pt x="493" y="305"/>
                    <a:pt x="492" y="307"/>
                  </a:cubicBezTo>
                  <a:cubicBezTo>
                    <a:pt x="492" y="307"/>
                    <a:pt x="492" y="306"/>
                    <a:pt x="492" y="305"/>
                  </a:cubicBezTo>
                  <a:cubicBezTo>
                    <a:pt x="491" y="295"/>
                    <a:pt x="490" y="286"/>
                    <a:pt x="490" y="277"/>
                  </a:cubicBezTo>
                  <a:cubicBezTo>
                    <a:pt x="492" y="277"/>
                    <a:pt x="494" y="277"/>
                    <a:pt x="495" y="278"/>
                  </a:cubicBezTo>
                  <a:cubicBezTo>
                    <a:pt x="499" y="279"/>
                    <a:pt x="503" y="280"/>
                    <a:pt x="507" y="282"/>
                  </a:cubicBezTo>
                  <a:cubicBezTo>
                    <a:pt x="507" y="282"/>
                    <a:pt x="508" y="282"/>
                    <a:pt x="508" y="282"/>
                  </a:cubicBezTo>
                  <a:cubicBezTo>
                    <a:pt x="503" y="284"/>
                    <a:pt x="501" y="289"/>
                    <a:pt x="499" y="293"/>
                  </a:cubicBezTo>
                  <a:cubicBezTo>
                    <a:pt x="498" y="296"/>
                    <a:pt x="497" y="299"/>
                    <a:pt x="495" y="302"/>
                  </a:cubicBezTo>
                  <a:close/>
                  <a:moveTo>
                    <a:pt x="510" y="317"/>
                  </a:moveTo>
                  <a:cubicBezTo>
                    <a:pt x="510" y="317"/>
                    <a:pt x="510" y="317"/>
                    <a:pt x="510" y="317"/>
                  </a:cubicBezTo>
                  <a:cubicBezTo>
                    <a:pt x="506" y="314"/>
                    <a:pt x="502" y="312"/>
                    <a:pt x="497" y="310"/>
                  </a:cubicBezTo>
                  <a:cubicBezTo>
                    <a:pt x="500" y="307"/>
                    <a:pt x="502" y="302"/>
                    <a:pt x="504" y="299"/>
                  </a:cubicBezTo>
                  <a:cubicBezTo>
                    <a:pt x="505" y="297"/>
                    <a:pt x="506" y="294"/>
                    <a:pt x="507" y="291"/>
                  </a:cubicBezTo>
                  <a:cubicBezTo>
                    <a:pt x="509" y="289"/>
                    <a:pt x="511" y="286"/>
                    <a:pt x="512" y="284"/>
                  </a:cubicBezTo>
                  <a:cubicBezTo>
                    <a:pt x="512" y="284"/>
                    <a:pt x="512" y="284"/>
                    <a:pt x="512" y="283"/>
                  </a:cubicBezTo>
                  <a:cubicBezTo>
                    <a:pt x="517" y="286"/>
                    <a:pt x="523" y="289"/>
                    <a:pt x="528" y="292"/>
                  </a:cubicBezTo>
                  <a:cubicBezTo>
                    <a:pt x="527" y="292"/>
                    <a:pt x="526" y="293"/>
                    <a:pt x="526" y="294"/>
                  </a:cubicBezTo>
                  <a:cubicBezTo>
                    <a:pt x="524" y="297"/>
                    <a:pt x="522" y="300"/>
                    <a:pt x="520" y="303"/>
                  </a:cubicBezTo>
                  <a:cubicBezTo>
                    <a:pt x="517" y="308"/>
                    <a:pt x="514" y="313"/>
                    <a:pt x="510" y="317"/>
                  </a:cubicBezTo>
                  <a:close/>
                  <a:moveTo>
                    <a:pt x="528" y="331"/>
                  </a:moveTo>
                  <a:cubicBezTo>
                    <a:pt x="528" y="331"/>
                    <a:pt x="528" y="331"/>
                    <a:pt x="528" y="331"/>
                  </a:cubicBezTo>
                  <a:cubicBezTo>
                    <a:pt x="525" y="328"/>
                    <a:pt x="522" y="326"/>
                    <a:pt x="519" y="323"/>
                  </a:cubicBezTo>
                  <a:cubicBezTo>
                    <a:pt x="518" y="322"/>
                    <a:pt x="516" y="321"/>
                    <a:pt x="515" y="320"/>
                  </a:cubicBezTo>
                  <a:cubicBezTo>
                    <a:pt x="518" y="316"/>
                    <a:pt x="521" y="312"/>
                    <a:pt x="524" y="308"/>
                  </a:cubicBezTo>
                  <a:cubicBezTo>
                    <a:pt x="526" y="305"/>
                    <a:pt x="528" y="302"/>
                    <a:pt x="530" y="299"/>
                  </a:cubicBezTo>
                  <a:cubicBezTo>
                    <a:pt x="531" y="297"/>
                    <a:pt x="532" y="296"/>
                    <a:pt x="533" y="294"/>
                  </a:cubicBezTo>
                  <a:cubicBezTo>
                    <a:pt x="539" y="298"/>
                    <a:pt x="545" y="302"/>
                    <a:pt x="550" y="305"/>
                  </a:cubicBezTo>
                  <a:cubicBezTo>
                    <a:pt x="550" y="306"/>
                    <a:pt x="549" y="307"/>
                    <a:pt x="549" y="307"/>
                  </a:cubicBezTo>
                  <a:cubicBezTo>
                    <a:pt x="546" y="310"/>
                    <a:pt x="544" y="313"/>
                    <a:pt x="542" y="316"/>
                  </a:cubicBezTo>
                  <a:cubicBezTo>
                    <a:pt x="539" y="321"/>
                    <a:pt x="535" y="328"/>
                    <a:pt x="528" y="331"/>
                  </a:cubicBezTo>
                  <a:cubicBezTo>
                    <a:pt x="528" y="331"/>
                    <a:pt x="528" y="331"/>
                    <a:pt x="528" y="331"/>
                  </a:cubicBezTo>
                  <a:close/>
                  <a:moveTo>
                    <a:pt x="533" y="335"/>
                  </a:moveTo>
                  <a:cubicBezTo>
                    <a:pt x="533" y="335"/>
                    <a:pt x="533" y="335"/>
                    <a:pt x="533" y="335"/>
                  </a:cubicBezTo>
                  <a:cubicBezTo>
                    <a:pt x="538" y="332"/>
                    <a:pt x="542" y="327"/>
                    <a:pt x="545" y="323"/>
                  </a:cubicBezTo>
                  <a:cubicBezTo>
                    <a:pt x="548" y="320"/>
                    <a:pt x="550" y="316"/>
                    <a:pt x="552" y="313"/>
                  </a:cubicBezTo>
                  <a:cubicBezTo>
                    <a:pt x="553" y="312"/>
                    <a:pt x="554" y="310"/>
                    <a:pt x="555" y="309"/>
                  </a:cubicBezTo>
                  <a:cubicBezTo>
                    <a:pt x="560" y="313"/>
                    <a:pt x="564" y="316"/>
                    <a:pt x="569" y="321"/>
                  </a:cubicBezTo>
                  <a:cubicBezTo>
                    <a:pt x="565" y="323"/>
                    <a:pt x="560" y="329"/>
                    <a:pt x="559" y="330"/>
                  </a:cubicBezTo>
                  <a:cubicBezTo>
                    <a:pt x="555" y="336"/>
                    <a:pt x="551" y="342"/>
                    <a:pt x="547" y="348"/>
                  </a:cubicBezTo>
                  <a:cubicBezTo>
                    <a:pt x="542" y="343"/>
                    <a:pt x="538" y="339"/>
                    <a:pt x="533" y="335"/>
                  </a:cubicBezTo>
                  <a:close/>
                  <a:moveTo>
                    <a:pt x="573" y="372"/>
                  </a:moveTo>
                  <a:cubicBezTo>
                    <a:pt x="573" y="372"/>
                    <a:pt x="573" y="372"/>
                    <a:pt x="573" y="372"/>
                  </a:cubicBezTo>
                  <a:cubicBezTo>
                    <a:pt x="570" y="370"/>
                    <a:pt x="568" y="367"/>
                    <a:pt x="566" y="365"/>
                  </a:cubicBezTo>
                  <a:cubicBezTo>
                    <a:pt x="568" y="363"/>
                    <a:pt x="571" y="360"/>
                    <a:pt x="574" y="357"/>
                  </a:cubicBezTo>
                  <a:cubicBezTo>
                    <a:pt x="576" y="355"/>
                    <a:pt x="578" y="352"/>
                    <a:pt x="581" y="350"/>
                  </a:cubicBezTo>
                  <a:cubicBezTo>
                    <a:pt x="583" y="347"/>
                    <a:pt x="585" y="346"/>
                    <a:pt x="585" y="342"/>
                  </a:cubicBezTo>
                  <a:cubicBezTo>
                    <a:pt x="585" y="342"/>
                    <a:pt x="584" y="341"/>
                    <a:pt x="584" y="341"/>
                  </a:cubicBezTo>
                  <a:cubicBezTo>
                    <a:pt x="581" y="341"/>
                    <a:pt x="579" y="343"/>
                    <a:pt x="577" y="344"/>
                  </a:cubicBezTo>
                  <a:cubicBezTo>
                    <a:pt x="575" y="347"/>
                    <a:pt x="572" y="350"/>
                    <a:pt x="570" y="352"/>
                  </a:cubicBezTo>
                  <a:cubicBezTo>
                    <a:pt x="567" y="355"/>
                    <a:pt x="565" y="358"/>
                    <a:pt x="562" y="361"/>
                  </a:cubicBezTo>
                  <a:cubicBezTo>
                    <a:pt x="559" y="358"/>
                    <a:pt x="556" y="356"/>
                    <a:pt x="553" y="353"/>
                  </a:cubicBezTo>
                  <a:cubicBezTo>
                    <a:pt x="553" y="352"/>
                    <a:pt x="552" y="352"/>
                    <a:pt x="552" y="351"/>
                  </a:cubicBezTo>
                  <a:cubicBezTo>
                    <a:pt x="555" y="345"/>
                    <a:pt x="559" y="339"/>
                    <a:pt x="564" y="334"/>
                  </a:cubicBezTo>
                  <a:cubicBezTo>
                    <a:pt x="566" y="331"/>
                    <a:pt x="569" y="328"/>
                    <a:pt x="571" y="326"/>
                  </a:cubicBezTo>
                  <a:cubicBezTo>
                    <a:pt x="572" y="326"/>
                    <a:pt x="572" y="326"/>
                    <a:pt x="573" y="325"/>
                  </a:cubicBezTo>
                  <a:cubicBezTo>
                    <a:pt x="578" y="331"/>
                    <a:pt x="582" y="337"/>
                    <a:pt x="587" y="343"/>
                  </a:cubicBezTo>
                  <a:cubicBezTo>
                    <a:pt x="590" y="348"/>
                    <a:pt x="594" y="352"/>
                    <a:pt x="597" y="357"/>
                  </a:cubicBezTo>
                  <a:cubicBezTo>
                    <a:pt x="597" y="357"/>
                    <a:pt x="597" y="357"/>
                    <a:pt x="597" y="357"/>
                  </a:cubicBezTo>
                  <a:cubicBezTo>
                    <a:pt x="592" y="356"/>
                    <a:pt x="586" y="361"/>
                    <a:pt x="583" y="364"/>
                  </a:cubicBezTo>
                  <a:cubicBezTo>
                    <a:pt x="579" y="366"/>
                    <a:pt x="576" y="369"/>
                    <a:pt x="573" y="372"/>
                  </a:cubicBezTo>
                  <a:close/>
                  <a:moveTo>
                    <a:pt x="589" y="395"/>
                  </a:moveTo>
                  <a:cubicBezTo>
                    <a:pt x="589" y="395"/>
                    <a:pt x="589" y="395"/>
                    <a:pt x="589" y="395"/>
                  </a:cubicBezTo>
                  <a:cubicBezTo>
                    <a:pt x="591" y="392"/>
                    <a:pt x="594" y="390"/>
                    <a:pt x="597" y="387"/>
                  </a:cubicBezTo>
                  <a:cubicBezTo>
                    <a:pt x="600" y="386"/>
                    <a:pt x="602" y="384"/>
                    <a:pt x="605" y="383"/>
                  </a:cubicBezTo>
                  <a:cubicBezTo>
                    <a:pt x="607" y="382"/>
                    <a:pt x="609" y="380"/>
                    <a:pt x="607" y="378"/>
                  </a:cubicBezTo>
                  <a:cubicBezTo>
                    <a:pt x="604" y="373"/>
                    <a:pt x="595" y="381"/>
                    <a:pt x="592" y="383"/>
                  </a:cubicBezTo>
                  <a:cubicBezTo>
                    <a:pt x="590" y="385"/>
                    <a:pt x="587" y="387"/>
                    <a:pt x="585" y="389"/>
                  </a:cubicBezTo>
                  <a:cubicBezTo>
                    <a:pt x="582" y="385"/>
                    <a:pt x="579" y="381"/>
                    <a:pt x="576" y="377"/>
                  </a:cubicBezTo>
                  <a:cubicBezTo>
                    <a:pt x="579" y="374"/>
                    <a:pt x="583" y="371"/>
                    <a:pt x="587" y="369"/>
                  </a:cubicBezTo>
                  <a:cubicBezTo>
                    <a:pt x="591" y="367"/>
                    <a:pt x="597" y="364"/>
                    <a:pt x="598" y="359"/>
                  </a:cubicBezTo>
                  <a:cubicBezTo>
                    <a:pt x="599" y="359"/>
                    <a:pt x="599" y="359"/>
                    <a:pt x="599" y="359"/>
                  </a:cubicBezTo>
                  <a:cubicBezTo>
                    <a:pt x="600" y="361"/>
                    <a:pt x="602" y="364"/>
                    <a:pt x="604" y="366"/>
                  </a:cubicBezTo>
                  <a:cubicBezTo>
                    <a:pt x="609" y="374"/>
                    <a:pt x="613" y="383"/>
                    <a:pt x="617" y="392"/>
                  </a:cubicBezTo>
                  <a:cubicBezTo>
                    <a:pt x="618" y="392"/>
                    <a:pt x="618" y="393"/>
                    <a:pt x="618" y="394"/>
                  </a:cubicBezTo>
                  <a:cubicBezTo>
                    <a:pt x="614" y="393"/>
                    <a:pt x="609" y="397"/>
                    <a:pt x="606" y="400"/>
                  </a:cubicBezTo>
                  <a:cubicBezTo>
                    <a:pt x="603" y="402"/>
                    <a:pt x="600" y="405"/>
                    <a:pt x="597" y="407"/>
                  </a:cubicBezTo>
                  <a:cubicBezTo>
                    <a:pt x="594" y="403"/>
                    <a:pt x="592" y="399"/>
                    <a:pt x="589" y="395"/>
                  </a:cubicBezTo>
                  <a:close/>
                  <a:moveTo>
                    <a:pt x="668" y="457"/>
                  </a:moveTo>
                  <a:cubicBezTo>
                    <a:pt x="668" y="457"/>
                    <a:pt x="668" y="457"/>
                    <a:pt x="668" y="457"/>
                  </a:cubicBezTo>
                  <a:cubicBezTo>
                    <a:pt x="666" y="454"/>
                    <a:pt x="665" y="451"/>
                    <a:pt x="662" y="448"/>
                  </a:cubicBezTo>
                  <a:cubicBezTo>
                    <a:pt x="653" y="437"/>
                    <a:pt x="637" y="430"/>
                    <a:pt x="624" y="438"/>
                  </a:cubicBezTo>
                  <a:cubicBezTo>
                    <a:pt x="618" y="441"/>
                    <a:pt x="614" y="448"/>
                    <a:pt x="613" y="454"/>
                  </a:cubicBezTo>
                  <a:cubicBezTo>
                    <a:pt x="611" y="462"/>
                    <a:pt x="613" y="470"/>
                    <a:pt x="614" y="477"/>
                  </a:cubicBezTo>
                  <a:cubicBezTo>
                    <a:pt x="615" y="478"/>
                    <a:pt x="615" y="478"/>
                    <a:pt x="615" y="478"/>
                  </a:cubicBezTo>
                  <a:cubicBezTo>
                    <a:pt x="615" y="481"/>
                    <a:pt x="615" y="479"/>
                    <a:pt x="615" y="479"/>
                  </a:cubicBezTo>
                  <a:cubicBezTo>
                    <a:pt x="615" y="479"/>
                    <a:pt x="614" y="479"/>
                    <a:pt x="614" y="479"/>
                  </a:cubicBezTo>
                  <a:cubicBezTo>
                    <a:pt x="614" y="479"/>
                    <a:pt x="614" y="479"/>
                    <a:pt x="614" y="479"/>
                  </a:cubicBezTo>
                  <a:cubicBezTo>
                    <a:pt x="614" y="479"/>
                    <a:pt x="614" y="479"/>
                    <a:pt x="614" y="479"/>
                  </a:cubicBezTo>
                  <a:cubicBezTo>
                    <a:pt x="614" y="479"/>
                    <a:pt x="614" y="479"/>
                    <a:pt x="614" y="479"/>
                  </a:cubicBezTo>
                  <a:cubicBezTo>
                    <a:pt x="614" y="479"/>
                    <a:pt x="614" y="479"/>
                    <a:pt x="614" y="480"/>
                  </a:cubicBezTo>
                  <a:cubicBezTo>
                    <a:pt x="613" y="480"/>
                    <a:pt x="612" y="480"/>
                    <a:pt x="612" y="480"/>
                  </a:cubicBezTo>
                  <a:cubicBezTo>
                    <a:pt x="611" y="480"/>
                    <a:pt x="610" y="480"/>
                    <a:pt x="609" y="480"/>
                  </a:cubicBezTo>
                  <a:cubicBezTo>
                    <a:pt x="605" y="481"/>
                    <a:pt x="601" y="480"/>
                    <a:pt x="598" y="480"/>
                  </a:cubicBezTo>
                  <a:cubicBezTo>
                    <a:pt x="598" y="479"/>
                    <a:pt x="598" y="478"/>
                    <a:pt x="598" y="477"/>
                  </a:cubicBezTo>
                  <a:cubicBezTo>
                    <a:pt x="598" y="474"/>
                    <a:pt x="598" y="471"/>
                    <a:pt x="598" y="467"/>
                  </a:cubicBezTo>
                  <a:cubicBezTo>
                    <a:pt x="599" y="461"/>
                    <a:pt x="601" y="455"/>
                    <a:pt x="603" y="449"/>
                  </a:cubicBezTo>
                  <a:cubicBezTo>
                    <a:pt x="608" y="438"/>
                    <a:pt x="617" y="426"/>
                    <a:pt x="629" y="423"/>
                  </a:cubicBezTo>
                  <a:cubicBezTo>
                    <a:pt x="639" y="421"/>
                    <a:pt x="650" y="427"/>
                    <a:pt x="657" y="434"/>
                  </a:cubicBezTo>
                  <a:cubicBezTo>
                    <a:pt x="661" y="439"/>
                    <a:pt x="665" y="444"/>
                    <a:pt x="667" y="450"/>
                  </a:cubicBezTo>
                  <a:cubicBezTo>
                    <a:pt x="668" y="453"/>
                    <a:pt x="668" y="456"/>
                    <a:pt x="669" y="459"/>
                  </a:cubicBezTo>
                  <a:cubicBezTo>
                    <a:pt x="669" y="458"/>
                    <a:pt x="668" y="457"/>
                    <a:pt x="668" y="457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85" name="îś1idè">
              <a:extLst>
                <a:ext uri="{FF2B5EF4-FFF2-40B4-BE49-F238E27FC236}">
                  <a16:creationId xmlns:a16="http://schemas.microsoft.com/office/drawing/2014/main" id="{AA09CA32-23D2-428F-9DD6-89D562477DB5}"/>
                </a:ext>
              </a:extLst>
            </p:cNvPr>
            <p:cNvSpPr/>
            <p:nvPr/>
          </p:nvSpPr>
          <p:spPr bwMode="auto">
            <a:xfrm>
              <a:off x="5325554" y="1633451"/>
              <a:ext cx="1371942" cy="1768279"/>
            </a:xfrm>
            <a:custGeom>
              <a:avLst/>
              <a:gdLst>
                <a:gd name="T0" fmla="*/ 59 w 195"/>
                <a:gd name="T1" fmla="*/ 249 h 251"/>
                <a:gd name="T2" fmla="*/ 59 w 195"/>
                <a:gd name="T3" fmla="*/ 249 h 251"/>
                <a:gd name="T4" fmla="*/ 14 w 195"/>
                <a:gd name="T5" fmla="*/ 231 h 251"/>
                <a:gd name="T6" fmla="*/ 5 w 195"/>
                <a:gd name="T7" fmla="*/ 199 h 251"/>
                <a:gd name="T8" fmla="*/ 29 w 195"/>
                <a:gd name="T9" fmla="*/ 178 h 251"/>
                <a:gd name="T10" fmla="*/ 29 w 195"/>
                <a:gd name="T11" fmla="*/ 174 h 251"/>
                <a:gd name="T12" fmla="*/ 109 w 195"/>
                <a:gd name="T13" fmla="*/ 152 h 251"/>
                <a:gd name="T14" fmla="*/ 163 w 195"/>
                <a:gd name="T15" fmla="*/ 164 h 251"/>
                <a:gd name="T16" fmla="*/ 181 w 195"/>
                <a:gd name="T17" fmla="*/ 177 h 251"/>
                <a:gd name="T18" fmla="*/ 189 w 195"/>
                <a:gd name="T19" fmla="*/ 186 h 251"/>
                <a:gd name="T20" fmla="*/ 194 w 195"/>
                <a:gd name="T21" fmla="*/ 194 h 251"/>
                <a:gd name="T22" fmla="*/ 192 w 195"/>
                <a:gd name="T23" fmla="*/ 212 h 251"/>
                <a:gd name="T24" fmla="*/ 172 w 195"/>
                <a:gd name="T25" fmla="*/ 233 h 251"/>
                <a:gd name="T26" fmla="*/ 122 w 195"/>
                <a:gd name="T27" fmla="*/ 250 h 251"/>
                <a:gd name="T28" fmla="*/ 59 w 195"/>
                <a:gd name="T29" fmla="*/ 249 h 251"/>
                <a:gd name="T30" fmla="*/ 99 w 195"/>
                <a:gd name="T31" fmla="*/ 1 h 251"/>
                <a:gd name="T32" fmla="*/ 99 w 195"/>
                <a:gd name="T33" fmla="*/ 1 h 251"/>
                <a:gd name="T34" fmla="*/ 100 w 195"/>
                <a:gd name="T35" fmla="*/ 0 h 251"/>
                <a:gd name="T36" fmla="*/ 112 w 195"/>
                <a:gd name="T37" fmla="*/ 0 h 251"/>
                <a:gd name="T38" fmla="*/ 124 w 195"/>
                <a:gd name="T39" fmla="*/ 4 h 251"/>
                <a:gd name="T40" fmla="*/ 119 w 195"/>
                <a:gd name="T41" fmla="*/ 18 h 251"/>
                <a:gd name="T42" fmla="*/ 108 w 195"/>
                <a:gd name="T43" fmla="*/ 18 h 251"/>
                <a:gd name="T44" fmla="*/ 104 w 195"/>
                <a:gd name="T45" fmla="*/ 15 h 251"/>
                <a:gd name="T46" fmla="*/ 102 w 195"/>
                <a:gd name="T47" fmla="*/ 12 h 251"/>
                <a:gd name="T48" fmla="*/ 99 w 195"/>
                <a:gd name="T49" fmla="*/ 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5" h="251">
                  <a:moveTo>
                    <a:pt x="59" y="249"/>
                  </a:moveTo>
                  <a:cubicBezTo>
                    <a:pt x="59" y="249"/>
                    <a:pt x="59" y="249"/>
                    <a:pt x="59" y="249"/>
                  </a:cubicBezTo>
                  <a:cubicBezTo>
                    <a:pt x="43" y="248"/>
                    <a:pt x="25" y="243"/>
                    <a:pt x="14" y="231"/>
                  </a:cubicBezTo>
                  <a:cubicBezTo>
                    <a:pt x="6" y="222"/>
                    <a:pt x="0" y="210"/>
                    <a:pt x="5" y="199"/>
                  </a:cubicBezTo>
                  <a:cubicBezTo>
                    <a:pt x="10" y="188"/>
                    <a:pt x="22" y="185"/>
                    <a:pt x="29" y="178"/>
                  </a:cubicBezTo>
                  <a:cubicBezTo>
                    <a:pt x="31" y="177"/>
                    <a:pt x="30" y="175"/>
                    <a:pt x="29" y="174"/>
                  </a:cubicBezTo>
                  <a:cubicBezTo>
                    <a:pt x="54" y="161"/>
                    <a:pt x="81" y="151"/>
                    <a:pt x="109" y="152"/>
                  </a:cubicBezTo>
                  <a:cubicBezTo>
                    <a:pt x="127" y="152"/>
                    <a:pt x="146" y="157"/>
                    <a:pt x="163" y="164"/>
                  </a:cubicBezTo>
                  <a:cubicBezTo>
                    <a:pt x="170" y="167"/>
                    <a:pt x="176" y="171"/>
                    <a:pt x="181" y="177"/>
                  </a:cubicBezTo>
                  <a:cubicBezTo>
                    <a:pt x="184" y="179"/>
                    <a:pt x="186" y="183"/>
                    <a:pt x="189" y="186"/>
                  </a:cubicBezTo>
                  <a:cubicBezTo>
                    <a:pt x="191" y="189"/>
                    <a:pt x="192" y="192"/>
                    <a:pt x="194" y="194"/>
                  </a:cubicBezTo>
                  <a:cubicBezTo>
                    <a:pt x="195" y="200"/>
                    <a:pt x="195" y="206"/>
                    <a:pt x="192" y="212"/>
                  </a:cubicBezTo>
                  <a:cubicBezTo>
                    <a:pt x="187" y="220"/>
                    <a:pt x="180" y="227"/>
                    <a:pt x="172" y="233"/>
                  </a:cubicBezTo>
                  <a:cubicBezTo>
                    <a:pt x="158" y="243"/>
                    <a:pt x="140" y="250"/>
                    <a:pt x="122" y="250"/>
                  </a:cubicBezTo>
                  <a:cubicBezTo>
                    <a:pt x="101" y="251"/>
                    <a:pt x="80" y="251"/>
                    <a:pt x="59" y="249"/>
                  </a:cubicBezTo>
                  <a:close/>
                  <a:moveTo>
                    <a:pt x="99" y="1"/>
                  </a:moveTo>
                  <a:cubicBezTo>
                    <a:pt x="99" y="1"/>
                    <a:pt x="99" y="1"/>
                    <a:pt x="99" y="1"/>
                  </a:cubicBezTo>
                  <a:cubicBezTo>
                    <a:pt x="99" y="1"/>
                    <a:pt x="100" y="0"/>
                    <a:pt x="100" y="0"/>
                  </a:cubicBezTo>
                  <a:cubicBezTo>
                    <a:pt x="104" y="1"/>
                    <a:pt x="108" y="0"/>
                    <a:pt x="112" y="0"/>
                  </a:cubicBezTo>
                  <a:cubicBezTo>
                    <a:pt x="116" y="1"/>
                    <a:pt x="121" y="2"/>
                    <a:pt x="124" y="4"/>
                  </a:cubicBezTo>
                  <a:cubicBezTo>
                    <a:pt x="129" y="9"/>
                    <a:pt x="125" y="16"/>
                    <a:pt x="119" y="18"/>
                  </a:cubicBezTo>
                  <a:cubicBezTo>
                    <a:pt x="116" y="20"/>
                    <a:pt x="112" y="20"/>
                    <a:pt x="108" y="18"/>
                  </a:cubicBezTo>
                  <a:cubicBezTo>
                    <a:pt x="107" y="16"/>
                    <a:pt x="106" y="15"/>
                    <a:pt x="104" y="15"/>
                  </a:cubicBezTo>
                  <a:cubicBezTo>
                    <a:pt x="103" y="14"/>
                    <a:pt x="102" y="13"/>
                    <a:pt x="102" y="12"/>
                  </a:cubicBezTo>
                  <a:cubicBezTo>
                    <a:pt x="100" y="9"/>
                    <a:pt x="99" y="5"/>
                    <a:pt x="99" y="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86" name="ï$líḓè">
              <a:extLst>
                <a:ext uri="{FF2B5EF4-FFF2-40B4-BE49-F238E27FC236}">
                  <a16:creationId xmlns:a16="http://schemas.microsoft.com/office/drawing/2014/main" id="{06F88C10-2910-4B12-B006-1D8BCEBBEDBD}"/>
                </a:ext>
              </a:extLst>
            </p:cNvPr>
            <p:cNvSpPr/>
            <p:nvPr/>
          </p:nvSpPr>
          <p:spPr bwMode="auto">
            <a:xfrm>
              <a:off x="5671080" y="2815692"/>
              <a:ext cx="1260153" cy="586040"/>
            </a:xfrm>
            <a:custGeom>
              <a:avLst/>
              <a:gdLst>
                <a:gd name="T0" fmla="*/ 10 w 179"/>
                <a:gd name="T1" fmla="*/ 81 h 83"/>
                <a:gd name="T2" fmla="*/ 10 w 179"/>
                <a:gd name="T3" fmla="*/ 81 h 83"/>
                <a:gd name="T4" fmla="*/ 0 w 179"/>
                <a:gd name="T5" fmla="*/ 80 h 83"/>
                <a:gd name="T6" fmla="*/ 122 w 179"/>
                <a:gd name="T7" fmla="*/ 0 h 83"/>
                <a:gd name="T8" fmla="*/ 132 w 179"/>
                <a:gd name="T9" fmla="*/ 9 h 83"/>
                <a:gd name="T10" fmla="*/ 140 w 179"/>
                <a:gd name="T11" fmla="*/ 18 h 83"/>
                <a:gd name="T12" fmla="*/ 145 w 179"/>
                <a:gd name="T13" fmla="*/ 26 h 83"/>
                <a:gd name="T14" fmla="*/ 143 w 179"/>
                <a:gd name="T15" fmla="*/ 44 h 83"/>
                <a:gd name="T16" fmla="*/ 123 w 179"/>
                <a:gd name="T17" fmla="*/ 65 h 83"/>
                <a:gd name="T18" fmla="*/ 73 w 179"/>
                <a:gd name="T19" fmla="*/ 82 h 83"/>
                <a:gd name="T20" fmla="*/ 10 w 179"/>
                <a:gd name="T21" fmla="*/ 8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9" h="83">
                  <a:moveTo>
                    <a:pt x="10" y="81"/>
                  </a:moveTo>
                  <a:cubicBezTo>
                    <a:pt x="10" y="81"/>
                    <a:pt x="10" y="81"/>
                    <a:pt x="10" y="81"/>
                  </a:cubicBezTo>
                  <a:cubicBezTo>
                    <a:pt x="7" y="81"/>
                    <a:pt x="3" y="80"/>
                    <a:pt x="0" y="80"/>
                  </a:cubicBezTo>
                  <a:cubicBezTo>
                    <a:pt x="179" y="75"/>
                    <a:pt x="122" y="0"/>
                    <a:pt x="122" y="0"/>
                  </a:cubicBezTo>
                  <a:cubicBezTo>
                    <a:pt x="126" y="2"/>
                    <a:pt x="129" y="5"/>
                    <a:pt x="132" y="9"/>
                  </a:cubicBezTo>
                  <a:cubicBezTo>
                    <a:pt x="135" y="11"/>
                    <a:pt x="137" y="15"/>
                    <a:pt x="140" y="18"/>
                  </a:cubicBezTo>
                  <a:cubicBezTo>
                    <a:pt x="142" y="21"/>
                    <a:pt x="143" y="24"/>
                    <a:pt x="145" y="26"/>
                  </a:cubicBezTo>
                  <a:cubicBezTo>
                    <a:pt x="146" y="32"/>
                    <a:pt x="146" y="38"/>
                    <a:pt x="143" y="44"/>
                  </a:cubicBezTo>
                  <a:cubicBezTo>
                    <a:pt x="138" y="52"/>
                    <a:pt x="131" y="59"/>
                    <a:pt x="123" y="65"/>
                  </a:cubicBezTo>
                  <a:cubicBezTo>
                    <a:pt x="109" y="75"/>
                    <a:pt x="91" y="82"/>
                    <a:pt x="73" y="82"/>
                  </a:cubicBezTo>
                  <a:cubicBezTo>
                    <a:pt x="52" y="83"/>
                    <a:pt x="31" y="83"/>
                    <a:pt x="10" y="8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87" name="î$1ïḍe">
              <a:extLst>
                <a:ext uri="{FF2B5EF4-FFF2-40B4-BE49-F238E27FC236}">
                  <a16:creationId xmlns:a16="http://schemas.microsoft.com/office/drawing/2014/main" id="{5E72D4DE-6475-46B7-A4EE-F69E48A93510}"/>
                </a:ext>
              </a:extLst>
            </p:cNvPr>
            <p:cNvSpPr/>
            <p:nvPr/>
          </p:nvSpPr>
          <p:spPr bwMode="auto">
            <a:xfrm>
              <a:off x="7893285" y="4495895"/>
              <a:ext cx="501351" cy="423439"/>
            </a:xfrm>
            <a:custGeom>
              <a:avLst/>
              <a:gdLst>
                <a:gd name="T0" fmla="*/ 70 w 71"/>
                <a:gd name="T1" fmla="*/ 36 h 60"/>
                <a:gd name="T2" fmla="*/ 70 w 71"/>
                <a:gd name="T3" fmla="*/ 36 h 60"/>
                <a:gd name="T4" fmla="*/ 64 w 71"/>
                <a:gd name="T5" fmla="*/ 27 h 60"/>
                <a:gd name="T6" fmla="*/ 26 w 71"/>
                <a:gd name="T7" fmla="*/ 17 h 60"/>
                <a:gd name="T8" fmla="*/ 15 w 71"/>
                <a:gd name="T9" fmla="*/ 33 h 60"/>
                <a:gd name="T10" fmla="*/ 16 w 71"/>
                <a:gd name="T11" fmla="*/ 56 h 60"/>
                <a:gd name="T12" fmla="*/ 17 w 71"/>
                <a:gd name="T13" fmla="*/ 57 h 60"/>
                <a:gd name="T14" fmla="*/ 17 w 71"/>
                <a:gd name="T15" fmla="*/ 58 h 60"/>
                <a:gd name="T16" fmla="*/ 16 w 71"/>
                <a:gd name="T17" fmla="*/ 58 h 60"/>
                <a:gd name="T18" fmla="*/ 16 w 71"/>
                <a:gd name="T19" fmla="*/ 58 h 60"/>
                <a:gd name="T20" fmla="*/ 16 w 71"/>
                <a:gd name="T21" fmla="*/ 58 h 60"/>
                <a:gd name="T22" fmla="*/ 16 w 71"/>
                <a:gd name="T23" fmla="*/ 58 h 60"/>
                <a:gd name="T24" fmla="*/ 16 w 71"/>
                <a:gd name="T25" fmla="*/ 59 h 60"/>
                <a:gd name="T26" fmla="*/ 14 w 71"/>
                <a:gd name="T27" fmla="*/ 59 h 60"/>
                <a:gd name="T28" fmla="*/ 11 w 71"/>
                <a:gd name="T29" fmla="*/ 59 h 60"/>
                <a:gd name="T30" fmla="*/ 0 w 71"/>
                <a:gd name="T31" fmla="*/ 59 h 60"/>
                <a:gd name="T32" fmla="*/ 0 w 71"/>
                <a:gd name="T33" fmla="*/ 56 h 60"/>
                <a:gd name="T34" fmla="*/ 0 w 71"/>
                <a:gd name="T35" fmla="*/ 46 h 60"/>
                <a:gd name="T36" fmla="*/ 5 w 71"/>
                <a:gd name="T37" fmla="*/ 28 h 60"/>
                <a:gd name="T38" fmla="*/ 31 w 71"/>
                <a:gd name="T39" fmla="*/ 2 h 60"/>
                <a:gd name="T40" fmla="*/ 59 w 71"/>
                <a:gd name="T41" fmla="*/ 13 h 60"/>
                <a:gd name="T42" fmla="*/ 69 w 71"/>
                <a:gd name="T43" fmla="*/ 29 h 60"/>
                <a:gd name="T44" fmla="*/ 71 w 71"/>
                <a:gd name="T45" fmla="*/ 38 h 60"/>
                <a:gd name="T46" fmla="*/ 70 w 71"/>
                <a:gd name="T47" fmla="*/ 3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" h="60">
                  <a:moveTo>
                    <a:pt x="70" y="36"/>
                  </a:moveTo>
                  <a:cubicBezTo>
                    <a:pt x="70" y="36"/>
                    <a:pt x="70" y="36"/>
                    <a:pt x="70" y="36"/>
                  </a:cubicBezTo>
                  <a:cubicBezTo>
                    <a:pt x="68" y="33"/>
                    <a:pt x="67" y="30"/>
                    <a:pt x="64" y="27"/>
                  </a:cubicBezTo>
                  <a:cubicBezTo>
                    <a:pt x="55" y="16"/>
                    <a:pt x="39" y="9"/>
                    <a:pt x="26" y="17"/>
                  </a:cubicBezTo>
                  <a:cubicBezTo>
                    <a:pt x="20" y="20"/>
                    <a:pt x="16" y="27"/>
                    <a:pt x="15" y="33"/>
                  </a:cubicBezTo>
                  <a:cubicBezTo>
                    <a:pt x="13" y="41"/>
                    <a:pt x="15" y="49"/>
                    <a:pt x="16" y="56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7" y="60"/>
                    <a:pt x="17" y="58"/>
                    <a:pt x="17" y="58"/>
                  </a:cubicBezTo>
                  <a:cubicBezTo>
                    <a:pt x="17" y="58"/>
                    <a:pt x="16" y="58"/>
                    <a:pt x="16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8"/>
                    <a:pt x="16" y="58"/>
                    <a:pt x="16" y="59"/>
                  </a:cubicBezTo>
                  <a:cubicBezTo>
                    <a:pt x="15" y="59"/>
                    <a:pt x="14" y="59"/>
                    <a:pt x="14" y="59"/>
                  </a:cubicBezTo>
                  <a:cubicBezTo>
                    <a:pt x="13" y="59"/>
                    <a:pt x="12" y="59"/>
                    <a:pt x="11" y="59"/>
                  </a:cubicBezTo>
                  <a:cubicBezTo>
                    <a:pt x="7" y="60"/>
                    <a:pt x="3" y="59"/>
                    <a:pt x="0" y="59"/>
                  </a:cubicBezTo>
                  <a:cubicBezTo>
                    <a:pt x="0" y="58"/>
                    <a:pt x="0" y="57"/>
                    <a:pt x="0" y="56"/>
                  </a:cubicBezTo>
                  <a:cubicBezTo>
                    <a:pt x="0" y="53"/>
                    <a:pt x="0" y="50"/>
                    <a:pt x="0" y="46"/>
                  </a:cubicBezTo>
                  <a:cubicBezTo>
                    <a:pt x="1" y="40"/>
                    <a:pt x="3" y="34"/>
                    <a:pt x="5" y="28"/>
                  </a:cubicBezTo>
                  <a:cubicBezTo>
                    <a:pt x="10" y="17"/>
                    <a:pt x="19" y="5"/>
                    <a:pt x="31" y="2"/>
                  </a:cubicBezTo>
                  <a:cubicBezTo>
                    <a:pt x="41" y="0"/>
                    <a:pt x="52" y="6"/>
                    <a:pt x="59" y="13"/>
                  </a:cubicBezTo>
                  <a:cubicBezTo>
                    <a:pt x="63" y="18"/>
                    <a:pt x="67" y="23"/>
                    <a:pt x="69" y="29"/>
                  </a:cubicBezTo>
                  <a:cubicBezTo>
                    <a:pt x="70" y="32"/>
                    <a:pt x="70" y="35"/>
                    <a:pt x="71" y="38"/>
                  </a:cubicBezTo>
                  <a:cubicBezTo>
                    <a:pt x="71" y="37"/>
                    <a:pt x="70" y="36"/>
                    <a:pt x="70" y="3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88" name="íṩlîdê">
              <a:extLst>
                <a:ext uri="{FF2B5EF4-FFF2-40B4-BE49-F238E27FC236}">
                  <a16:creationId xmlns:a16="http://schemas.microsoft.com/office/drawing/2014/main" id="{3417CFC9-0F71-47F9-853E-2CF30015ECB5}"/>
                </a:ext>
              </a:extLst>
            </p:cNvPr>
            <p:cNvSpPr/>
            <p:nvPr/>
          </p:nvSpPr>
          <p:spPr bwMode="auto">
            <a:xfrm>
              <a:off x="4072176" y="3483030"/>
              <a:ext cx="4010810" cy="1764892"/>
            </a:xfrm>
            <a:custGeom>
              <a:avLst/>
              <a:gdLst>
                <a:gd name="T0" fmla="*/ 542 w 570"/>
                <a:gd name="T1" fmla="*/ 110 h 251"/>
                <a:gd name="T2" fmla="*/ 537 w 570"/>
                <a:gd name="T3" fmla="*/ 106 h 251"/>
                <a:gd name="T4" fmla="*/ 532 w 570"/>
                <a:gd name="T5" fmla="*/ 92 h 251"/>
                <a:gd name="T6" fmla="*/ 549 w 570"/>
                <a:gd name="T7" fmla="*/ 89 h 251"/>
                <a:gd name="T8" fmla="*/ 551 w 570"/>
                <a:gd name="T9" fmla="*/ 123 h 251"/>
                <a:gd name="T10" fmla="*/ 191 w 570"/>
                <a:gd name="T11" fmla="*/ 237 h 251"/>
                <a:gd name="T12" fmla="*/ 352 w 570"/>
                <a:gd name="T13" fmla="*/ 238 h 251"/>
                <a:gd name="T14" fmla="*/ 314 w 570"/>
                <a:gd name="T15" fmla="*/ 250 h 251"/>
                <a:gd name="T16" fmla="*/ 190 w 570"/>
                <a:gd name="T17" fmla="*/ 251 h 251"/>
                <a:gd name="T18" fmla="*/ 191 w 570"/>
                <a:gd name="T19" fmla="*/ 237 h 251"/>
                <a:gd name="T20" fmla="*/ 114 w 570"/>
                <a:gd name="T21" fmla="*/ 7 h 251"/>
                <a:gd name="T22" fmla="*/ 3 w 570"/>
                <a:gd name="T23" fmla="*/ 120 h 251"/>
                <a:gd name="T24" fmla="*/ 24 w 570"/>
                <a:gd name="T25" fmla="*/ 129 h 251"/>
                <a:gd name="T26" fmla="*/ 3 w 570"/>
                <a:gd name="T27" fmla="*/ 120 h 251"/>
                <a:gd name="T28" fmla="*/ 17 w 570"/>
                <a:gd name="T29" fmla="*/ 120 h 251"/>
                <a:gd name="T30" fmla="*/ 9 w 570"/>
                <a:gd name="T31" fmla="*/ 100 h 251"/>
                <a:gd name="T32" fmla="*/ 25 w 570"/>
                <a:gd name="T33" fmla="*/ 124 h 251"/>
                <a:gd name="T34" fmla="*/ 31 w 570"/>
                <a:gd name="T35" fmla="*/ 107 h 251"/>
                <a:gd name="T36" fmla="*/ 15 w 570"/>
                <a:gd name="T37" fmla="*/ 87 h 251"/>
                <a:gd name="T38" fmla="*/ 42 w 570"/>
                <a:gd name="T39" fmla="*/ 87 h 251"/>
                <a:gd name="T40" fmla="*/ 54 w 570"/>
                <a:gd name="T41" fmla="*/ 72 h 251"/>
                <a:gd name="T42" fmla="*/ 25 w 570"/>
                <a:gd name="T43" fmla="*/ 71 h 251"/>
                <a:gd name="T44" fmla="*/ 51 w 570"/>
                <a:gd name="T45" fmla="*/ 67 h 251"/>
                <a:gd name="T46" fmla="*/ 60 w 570"/>
                <a:gd name="T47" fmla="*/ 66 h 251"/>
                <a:gd name="T48" fmla="*/ 37 w 570"/>
                <a:gd name="T49" fmla="*/ 55 h 251"/>
                <a:gd name="T50" fmla="*/ 67 w 570"/>
                <a:gd name="T51" fmla="*/ 49 h 251"/>
                <a:gd name="T52" fmla="*/ 84 w 570"/>
                <a:gd name="T53" fmla="*/ 47 h 251"/>
                <a:gd name="T54" fmla="*/ 73 w 570"/>
                <a:gd name="T55" fmla="*/ 47 h 251"/>
                <a:gd name="T56" fmla="*/ 78 w 570"/>
                <a:gd name="T57" fmla="*/ 21 h 251"/>
                <a:gd name="T58" fmla="*/ 84 w 570"/>
                <a:gd name="T59" fmla="*/ 47 h 251"/>
                <a:gd name="T60" fmla="*/ 102 w 570"/>
                <a:gd name="T61" fmla="*/ 38 h 251"/>
                <a:gd name="T62" fmla="*/ 100 w 570"/>
                <a:gd name="T63" fmla="*/ 6 h 251"/>
                <a:gd name="T64" fmla="*/ 114 w 570"/>
                <a:gd name="T65" fmla="*/ 20 h 251"/>
                <a:gd name="T66" fmla="*/ 104 w 570"/>
                <a:gd name="T67" fmla="*/ 37 h 251"/>
                <a:gd name="T68" fmla="*/ 570 w 570"/>
                <a:gd name="T69" fmla="*/ 133 h 251"/>
                <a:gd name="T70" fmla="*/ 552 w 570"/>
                <a:gd name="T71" fmla="*/ 130 h 251"/>
                <a:gd name="T72" fmla="*/ 568 w 570"/>
                <a:gd name="T73" fmla="*/ 127 h 251"/>
                <a:gd name="T74" fmla="*/ 437 w 570"/>
                <a:gd name="T75" fmla="*/ 30 h 251"/>
                <a:gd name="T76" fmla="*/ 440 w 570"/>
                <a:gd name="T77" fmla="*/ 1 h 251"/>
                <a:gd name="T78" fmla="*/ 444 w 570"/>
                <a:gd name="T79" fmla="*/ 16 h 251"/>
                <a:gd name="T80" fmla="*/ 455 w 570"/>
                <a:gd name="T81" fmla="*/ 40 h 251"/>
                <a:gd name="T82" fmla="*/ 452 w 570"/>
                <a:gd name="T83" fmla="*/ 14 h 251"/>
                <a:gd name="T84" fmla="*/ 473 w 570"/>
                <a:gd name="T85" fmla="*/ 15 h 251"/>
                <a:gd name="T86" fmla="*/ 455 w 570"/>
                <a:gd name="T87" fmla="*/ 40 h 251"/>
                <a:gd name="T88" fmla="*/ 464 w 570"/>
                <a:gd name="T89" fmla="*/ 46 h 251"/>
                <a:gd name="T90" fmla="*/ 475 w 570"/>
                <a:gd name="T91" fmla="*/ 22 h 251"/>
                <a:gd name="T92" fmla="*/ 494 w 570"/>
                <a:gd name="T93" fmla="*/ 30 h 251"/>
                <a:gd name="T94" fmla="*/ 473 w 570"/>
                <a:gd name="T95" fmla="*/ 54 h 251"/>
                <a:gd name="T96" fmla="*/ 490 w 570"/>
                <a:gd name="T97" fmla="*/ 46 h 251"/>
                <a:gd name="T98" fmla="*/ 514 w 570"/>
                <a:gd name="T99" fmla="*/ 44 h 251"/>
                <a:gd name="T100" fmla="*/ 478 w 570"/>
                <a:gd name="T101" fmla="*/ 58 h 251"/>
                <a:gd name="T102" fmla="*/ 511 w 570"/>
                <a:gd name="T103" fmla="*/ 88 h 251"/>
                <a:gd name="T104" fmla="*/ 530 w 570"/>
                <a:gd name="T105" fmla="*/ 65 h 251"/>
                <a:gd name="T106" fmla="*/ 515 w 570"/>
                <a:gd name="T107" fmla="*/ 75 h 251"/>
                <a:gd name="T108" fmla="*/ 497 w 570"/>
                <a:gd name="T109" fmla="*/ 74 h 251"/>
                <a:gd name="T110" fmla="*/ 518 w 570"/>
                <a:gd name="T111" fmla="*/ 48 h 251"/>
                <a:gd name="T112" fmla="*/ 542 w 570"/>
                <a:gd name="T113" fmla="*/ 8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70" h="251">
                  <a:moveTo>
                    <a:pt x="534" y="118"/>
                  </a:moveTo>
                  <a:cubicBezTo>
                    <a:pt x="534" y="118"/>
                    <a:pt x="534" y="118"/>
                    <a:pt x="534" y="118"/>
                  </a:cubicBezTo>
                  <a:cubicBezTo>
                    <a:pt x="536" y="115"/>
                    <a:pt x="539" y="113"/>
                    <a:pt x="542" y="110"/>
                  </a:cubicBezTo>
                  <a:cubicBezTo>
                    <a:pt x="545" y="109"/>
                    <a:pt x="547" y="107"/>
                    <a:pt x="550" y="106"/>
                  </a:cubicBezTo>
                  <a:cubicBezTo>
                    <a:pt x="552" y="105"/>
                    <a:pt x="554" y="103"/>
                    <a:pt x="552" y="101"/>
                  </a:cubicBezTo>
                  <a:cubicBezTo>
                    <a:pt x="549" y="96"/>
                    <a:pt x="540" y="104"/>
                    <a:pt x="537" y="106"/>
                  </a:cubicBezTo>
                  <a:cubicBezTo>
                    <a:pt x="535" y="108"/>
                    <a:pt x="532" y="110"/>
                    <a:pt x="530" y="112"/>
                  </a:cubicBezTo>
                  <a:cubicBezTo>
                    <a:pt x="527" y="108"/>
                    <a:pt x="524" y="104"/>
                    <a:pt x="521" y="100"/>
                  </a:cubicBezTo>
                  <a:cubicBezTo>
                    <a:pt x="524" y="97"/>
                    <a:pt x="528" y="94"/>
                    <a:pt x="532" y="92"/>
                  </a:cubicBezTo>
                  <a:cubicBezTo>
                    <a:pt x="536" y="90"/>
                    <a:pt x="542" y="87"/>
                    <a:pt x="543" y="82"/>
                  </a:cubicBezTo>
                  <a:cubicBezTo>
                    <a:pt x="544" y="82"/>
                    <a:pt x="544" y="82"/>
                    <a:pt x="544" y="82"/>
                  </a:cubicBezTo>
                  <a:cubicBezTo>
                    <a:pt x="545" y="84"/>
                    <a:pt x="547" y="87"/>
                    <a:pt x="549" y="89"/>
                  </a:cubicBezTo>
                  <a:cubicBezTo>
                    <a:pt x="554" y="97"/>
                    <a:pt x="558" y="106"/>
                    <a:pt x="562" y="115"/>
                  </a:cubicBezTo>
                  <a:cubicBezTo>
                    <a:pt x="563" y="115"/>
                    <a:pt x="563" y="116"/>
                    <a:pt x="563" y="117"/>
                  </a:cubicBezTo>
                  <a:cubicBezTo>
                    <a:pt x="559" y="116"/>
                    <a:pt x="554" y="120"/>
                    <a:pt x="551" y="123"/>
                  </a:cubicBezTo>
                  <a:cubicBezTo>
                    <a:pt x="548" y="125"/>
                    <a:pt x="545" y="128"/>
                    <a:pt x="542" y="130"/>
                  </a:cubicBezTo>
                  <a:cubicBezTo>
                    <a:pt x="539" y="126"/>
                    <a:pt x="537" y="122"/>
                    <a:pt x="534" y="118"/>
                  </a:cubicBezTo>
                  <a:close/>
                  <a:moveTo>
                    <a:pt x="191" y="237"/>
                  </a:moveTo>
                  <a:cubicBezTo>
                    <a:pt x="191" y="237"/>
                    <a:pt x="191" y="237"/>
                    <a:pt x="191" y="237"/>
                  </a:cubicBezTo>
                  <a:cubicBezTo>
                    <a:pt x="206" y="237"/>
                    <a:pt x="222" y="236"/>
                    <a:pt x="237" y="236"/>
                  </a:cubicBezTo>
                  <a:cubicBezTo>
                    <a:pt x="276" y="237"/>
                    <a:pt x="314" y="240"/>
                    <a:pt x="352" y="238"/>
                  </a:cubicBezTo>
                  <a:cubicBezTo>
                    <a:pt x="352" y="241"/>
                    <a:pt x="353" y="243"/>
                    <a:pt x="353" y="246"/>
                  </a:cubicBezTo>
                  <a:cubicBezTo>
                    <a:pt x="353" y="247"/>
                    <a:pt x="353" y="248"/>
                    <a:pt x="353" y="250"/>
                  </a:cubicBezTo>
                  <a:cubicBezTo>
                    <a:pt x="340" y="250"/>
                    <a:pt x="327" y="250"/>
                    <a:pt x="314" y="250"/>
                  </a:cubicBezTo>
                  <a:cubicBezTo>
                    <a:pt x="292" y="251"/>
                    <a:pt x="270" y="250"/>
                    <a:pt x="247" y="250"/>
                  </a:cubicBezTo>
                  <a:cubicBezTo>
                    <a:pt x="230" y="250"/>
                    <a:pt x="213" y="250"/>
                    <a:pt x="196" y="251"/>
                  </a:cubicBezTo>
                  <a:cubicBezTo>
                    <a:pt x="194" y="251"/>
                    <a:pt x="192" y="251"/>
                    <a:pt x="190" y="251"/>
                  </a:cubicBezTo>
                  <a:cubicBezTo>
                    <a:pt x="190" y="251"/>
                    <a:pt x="190" y="250"/>
                    <a:pt x="190" y="250"/>
                  </a:cubicBezTo>
                  <a:cubicBezTo>
                    <a:pt x="190" y="248"/>
                    <a:pt x="191" y="245"/>
                    <a:pt x="191" y="242"/>
                  </a:cubicBezTo>
                  <a:cubicBezTo>
                    <a:pt x="191" y="240"/>
                    <a:pt x="191" y="239"/>
                    <a:pt x="191" y="237"/>
                  </a:cubicBezTo>
                  <a:close/>
                  <a:moveTo>
                    <a:pt x="114" y="1"/>
                  </a:moveTo>
                  <a:cubicBezTo>
                    <a:pt x="114" y="1"/>
                    <a:pt x="114" y="1"/>
                    <a:pt x="114" y="1"/>
                  </a:cubicBezTo>
                  <a:cubicBezTo>
                    <a:pt x="114" y="3"/>
                    <a:pt x="114" y="5"/>
                    <a:pt x="114" y="7"/>
                  </a:cubicBezTo>
                  <a:cubicBezTo>
                    <a:pt x="113" y="5"/>
                    <a:pt x="113" y="4"/>
                    <a:pt x="112" y="2"/>
                  </a:cubicBezTo>
                  <a:cubicBezTo>
                    <a:pt x="113" y="2"/>
                    <a:pt x="113" y="2"/>
                    <a:pt x="114" y="1"/>
                  </a:cubicBezTo>
                  <a:close/>
                  <a:moveTo>
                    <a:pt x="3" y="120"/>
                  </a:moveTo>
                  <a:cubicBezTo>
                    <a:pt x="3" y="120"/>
                    <a:pt x="3" y="120"/>
                    <a:pt x="3" y="120"/>
                  </a:cubicBezTo>
                  <a:cubicBezTo>
                    <a:pt x="7" y="121"/>
                    <a:pt x="12" y="123"/>
                    <a:pt x="16" y="125"/>
                  </a:cubicBezTo>
                  <a:cubicBezTo>
                    <a:pt x="18" y="127"/>
                    <a:pt x="21" y="128"/>
                    <a:pt x="24" y="129"/>
                  </a:cubicBezTo>
                  <a:cubicBezTo>
                    <a:pt x="23" y="133"/>
                    <a:pt x="22" y="136"/>
                    <a:pt x="21" y="140"/>
                  </a:cubicBezTo>
                  <a:cubicBezTo>
                    <a:pt x="15" y="135"/>
                    <a:pt x="8" y="132"/>
                    <a:pt x="0" y="131"/>
                  </a:cubicBezTo>
                  <a:cubicBezTo>
                    <a:pt x="1" y="127"/>
                    <a:pt x="2" y="124"/>
                    <a:pt x="3" y="120"/>
                  </a:cubicBezTo>
                  <a:close/>
                  <a:moveTo>
                    <a:pt x="25" y="124"/>
                  </a:moveTo>
                  <a:cubicBezTo>
                    <a:pt x="25" y="124"/>
                    <a:pt x="25" y="124"/>
                    <a:pt x="25" y="124"/>
                  </a:cubicBezTo>
                  <a:cubicBezTo>
                    <a:pt x="23" y="122"/>
                    <a:pt x="20" y="121"/>
                    <a:pt x="17" y="120"/>
                  </a:cubicBezTo>
                  <a:cubicBezTo>
                    <a:pt x="13" y="118"/>
                    <a:pt x="9" y="116"/>
                    <a:pt x="4" y="115"/>
                  </a:cubicBezTo>
                  <a:cubicBezTo>
                    <a:pt x="5" y="113"/>
                    <a:pt x="5" y="111"/>
                    <a:pt x="6" y="109"/>
                  </a:cubicBezTo>
                  <a:cubicBezTo>
                    <a:pt x="7" y="106"/>
                    <a:pt x="8" y="103"/>
                    <a:pt x="9" y="100"/>
                  </a:cubicBezTo>
                  <a:cubicBezTo>
                    <a:pt x="14" y="103"/>
                    <a:pt x="20" y="106"/>
                    <a:pt x="25" y="110"/>
                  </a:cubicBezTo>
                  <a:cubicBezTo>
                    <a:pt x="26" y="110"/>
                    <a:pt x="27" y="111"/>
                    <a:pt x="29" y="112"/>
                  </a:cubicBezTo>
                  <a:cubicBezTo>
                    <a:pt x="27" y="116"/>
                    <a:pt x="26" y="120"/>
                    <a:pt x="25" y="124"/>
                  </a:cubicBezTo>
                  <a:close/>
                  <a:moveTo>
                    <a:pt x="32" y="104"/>
                  </a:moveTo>
                  <a:cubicBezTo>
                    <a:pt x="32" y="104"/>
                    <a:pt x="32" y="104"/>
                    <a:pt x="32" y="104"/>
                  </a:cubicBezTo>
                  <a:cubicBezTo>
                    <a:pt x="31" y="105"/>
                    <a:pt x="31" y="106"/>
                    <a:pt x="31" y="107"/>
                  </a:cubicBezTo>
                  <a:cubicBezTo>
                    <a:pt x="29" y="106"/>
                    <a:pt x="28" y="105"/>
                    <a:pt x="27" y="104"/>
                  </a:cubicBezTo>
                  <a:cubicBezTo>
                    <a:pt x="22" y="101"/>
                    <a:pt x="16" y="98"/>
                    <a:pt x="11" y="96"/>
                  </a:cubicBezTo>
                  <a:cubicBezTo>
                    <a:pt x="12" y="93"/>
                    <a:pt x="14" y="90"/>
                    <a:pt x="15" y="87"/>
                  </a:cubicBezTo>
                  <a:cubicBezTo>
                    <a:pt x="17" y="83"/>
                    <a:pt x="20" y="79"/>
                    <a:pt x="22" y="75"/>
                  </a:cubicBezTo>
                  <a:cubicBezTo>
                    <a:pt x="27" y="78"/>
                    <a:pt x="32" y="81"/>
                    <a:pt x="36" y="84"/>
                  </a:cubicBezTo>
                  <a:cubicBezTo>
                    <a:pt x="38" y="85"/>
                    <a:pt x="40" y="86"/>
                    <a:pt x="42" y="87"/>
                  </a:cubicBezTo>
                  <a:cubicBezTo>
                    <a:pt x="38" y="92"/>
                    <a:pt x="35" y="98"/>
                    <a:pt x="32" y="104"/>
                  </a:cubicBezTo>
                  <a:close/>
                  <a:moveTo>
                    <a:pt x="54" y="72"/>
                  </a:moveTo>
                  <a:cubicBezTo>
                    <a:pt x="54" y="72"/>
                    <a:pt x="54" y="72"/>
                    <a:pt x="54" y="72"/>
                  </a:cubicBezTo>
                  <a:cubicBezTo>
                    <a:pt x="51" y="76"/>
                    <a:pt x="48" y="79"/>
                    <a:pt x="45" y="83"/>
                  </a:cubicBezTo>
                  <a:cubicBezTo>
                    <a:pt x="43" y="82"/>
                    <a:pt x="40" y="80"/>
                    <a:pt x="38" y="79"/>
                  </a:cubicBezTo>
                  <a:cubicBezTo>
                    <a:pt x="34" y="76"/>
                    <a:pt x="29" y="73"/>
                    <a:pt x="25" y="71"/>
                  </a:cubicBezTo>
                  <a:cubicBezTo>
                    <a:pt x="28" y="67"/>
                    <a:pt x="31" y="63"/>
                    <a:pt x="34" y="59"/>
                  </a:cubicBezTo>
                  <a:cubicBezTo>
                    <a:pt x="34" y="59"/>
                    <a:pt x="34" y="59"/>
                    <a:pt x="35" y="60"/>
                  </a:cubicBezTo>
                  <a:cubicBezTo>
                    <a:pt x="40" y="62"/>
                    <a:pt x="46" y="64"/>
                    <a:pt x="51" y="67"/>
                  </a:cubicBezTo>
                  <a:cubicBezTo>
                    <a:pt x="53" y="68"/>
                    <a:pt x="54" y="69"/>
                    <a:pt x="56" y="70"/>
                  </a:cubicBezTo>
                  <a:cubicBezTo>
                    <a:pt x="55" y="71"/>
                    <a:pt x="55" y="72"/>
                    <a:pt x="54" y="72"/>
                  </a:cubicBezTo>
                  <a:close/>
                  <a:moveTo>
                    <a:pt x="60" y="66"/>
                  </a:moveTo>
                  <a:cubicBezTo>
                    <a:pt x="60" y="66"/>
                    <a:pt x="60" y="66"/>
                    <a:pt x="60" y="66"/>
                  </a:cubicBezTo>
                  <a:cubicBezTo>
                    <a:pt x="58" y="64"/>
                    <a:pt x="56" y="63"/>
                    <a:pt x="54" y="62"/>
                  </a:cubicBezTo>
                  <a:cubicBezTo>
                    <a:pt x="48" y="60"/>
                    <a:pt x="43" y="57"/>
                    <a:pt x="37" y="55"/>
                  </a:cubicBezTo>
                  <a:cubicBezTo>
                    <a:pt x="39" y="53"/>
                    <a:pt x="41" y="51"/>
                    <a:pt x="43" y="49"/>
                  </a:cubicBezTo>
                  <a:cubicBezTo>
                    <a:pt x="47" y="45"/>
                    <a:pt x="51" y="41"/>
                    <a:pt x="55" y="38"/>
                  </a:cubicBezTo>
                  <a:cubicBezTo>
                    <a:pt x="58" y="42"/>
                    <a:pt x="63" y="46"/>
                    <a:pt x="67" y="49"/>
                  </a:cubicBezTo>
                  <a:cubicBezTo>
                    <a:pt x="69" y="51"/>
                    <a:pt x="72" y="52"/>
                    <a:pt x="74" y="54"/>
                  </a:cubicBezTo>
                  <a:cubicBezTo>
                    <a:pt x="69" y="58"/>
                    <a:pt x="65" y="62"/>
                    <a:pt x="60" y="66"/>
                  </a:cubicBezTo>
                  <a:close/>
                  <a:moveTo>
                    <a:pt x="84" y="47"/>
                  </a:moveTo>
                  <a:cubicBezTo>
                    <a:pt x="84" y="47"/>
                    <a:pt x="84" y="47"/>
                    <a:pt x="84" y="47"/>
                  </a:cubicBezTo>
                  <a:cubicBezTo>
                    <a:pt x="82" y="48"/>
                    <a:pt x="80" y="49"/>
                    <a:pt x="79" y="51"/>
                  </a:cubicBezTo>
                  <a:cubicBezTo>
                    <a:pt x="77" y="49"/>
                    <a:pt x="75" y="48"/>
                    <a:pt x="73" y="47"/>
                  </a:cubicBezTo>
                  <a:cubicBezTo>
                    <a:pt x="68" y="43"/>
                    <a:pt x="63" y="39"/>
                    <a:pt x="58" y="34"/>
                  </a:cubicBezTo>
                  <a:cubicBezTo>
                    <a:pt x="64" y="29"/>
                    <a:pt x="70" y="25"/>
                    <a:pt x="77" y="20"/>
                  </a:cubicBezTo>
                  <a:cubicBezTo>
                    <a:pt x="77" y="20"/>
                    <a:pt x="77" y="20"/>
                    <a:pt x="78" y="21"/>
                  </a:cubicBezTo>
                  <a:cubicBezTo>
                    <a:pt x="85" y="23"/>
                    <a:pt x="89" y="29"/>
                    <a:pt x="93" y="35"/>
                  </a:cubicBezTo>
                  <a:cubicBezTo>
                    <a:pt x="95" y="36"/>
                    <a:pt x="96" y="38"/>
                    <a:pt x="97" y="40"/>
                  </a:cubicBezTo>
                  <a:cubicBezTo>
                    <a:pt x="93" y="42"/>
                    <a:pt x="88" y="44"/>
                    <a:pt x="84" y="47"/>
                  </a:cubicBezTo>
                  <a:close/>
                  <a:moveTo>
                    <a:pt x="104" y="37"/>
                  </a:moveTo>
                  <a:cubicBezTo>
                    <a:pt x="104" y="37"/>
                    <a:pt x="104" y="37"/>
                    <a:pt x="104" y="37"/>
                  </a:cubicBezTo>
                  <a:cubicBezTo>
                    <a:pt x="103" y="37"/>
                    <a:pt x="103" y="38"/>
                    <a:pt x="102" y="38"/>
                  </a:cubicBezTo>
                  <a:cubicBezTo>
                    <a:pt x="100" y="35"/>
                    <a:pt x="98" y="32"/>
                    <a:pt x="96" y="30"/>
                  </a:cubicBezTo>
                  <a:cubicBezTo>
                    <a:pt x="92" y="25"/>
                    <a:pt x="87" y="19"/>
                    <a:pt x="81" y="17"/>
                  </a:cubicBezTo>
                  <a:cubicBezTo>
                    <a:pt x="87" y="13"/>
                    <a:pt x="94" y="9"/>
                    <a:pt x="100" y="6"/>
                  </a:cubicBezTo>
                  <a:cubicBezTo>
                    <a:pt x="102" y="5"/>
                    <a:pt x="104" y="5"/>
                    <a:pt x="106" y="4"/>
                  </a:cubicBezTo>
                  <a:cubicBezTo>
                    <a:pt x="108" y="8"/>
                    <a:pt x="110" y="12"/>
                    <a:pt x="112" y="16"/>
                  </a:cubicBezTo>
                  <a:cubicBezTo>
                    <a:pt x="113" y="18"/>
                    <a:pt x="114" y="19"/>
                    <a:pt x="114" y="20"/>
                  </a:cubicBezTo>
                  <a:cubicBezTo>
                    <a:pt x="114" y="23"/>
                    <a:pt x="114" y="25"/>
                    <a:pt x="114" y="27"/>
                  </a:cubicBezTo>
                  <a:cubicBezTo>
                    <a:pt x="115" y="29"/>
                    <a:pt x="115" y="31"/>
                    <a:pt x="115" y="33"/>
                  </a:cubicBezTo>
                  <a:cubicBezTo>
                    <a:pt x="111" y="34"/>
                    <a:pt x="107" y="36"/>
                    <a:pt x="104" y="37"/>
                  </a:cubicBezTo>
                  <a:close/>
                  <a:moveTo>
                    <a:pt x="568" y="127"/>
                  </a:moveTo>
                  <a:cubicBezTo>
                    <a:pt x="568" y="127"/>
                    <a:pt x="568" y="127"/>
                    <a:pt x="568" y="127"/>
                  </a:cubicBezTo>
                  <a:cubicBezTo>
                    <a:pt x="569" y="129"/>
                    <a:pt x="570" y="131"/>
                    <a:pt x="570" y="133"/>
                  </a:cubicBezTo>
                  <a:cubicBezTo>
                    <a:pt x="563" y="134"/>
                    <a:pt x="556" y="139"/>
                    <a:pt x="551" y="145"/>
                  </a:cubicBezTo>
                  <a:cubicBezTo>
                    <a:pt x="549" y="142"/>
                    <a:pt x="548" y="139"/>
                    <a:pt x="546" y="136"/>
                  </a:cubicBezTo>
                  <a:cubicBezTo>
                    <a:pt x="548" y="134"/>
                    <a:pt x="550" y="132"/>
                    <a:pt x="552" y="130"/>
                  </a:cubicBezTo>
                  <a:cubicBezTo>
                    <a:pt x="555" y="128"/>
                    <a:pt x="557" y="126"/>
                    <a:pt x="560" y="125"/>
                  </a:cubicBezTo>
                  <a:cubicBezTo>
                    <a:pt x="561" y="124"/>
                    <a:pt x="564" y="123"/>
                    <a:pt x="565" y="121"/>
                  </a:cubicBezTo>
                  <a:cubicBezTo>
                    <a:pt x="566" y="123"/>
                    <a:pt x="567" y="125"/>
                    <a:pt x="568" y="127"/>
                  </a:cubicBezTo>
                  <a:close/>
                  <a:moveTo>
                    <a:pt x="440" y="25"/>
                  </a:moveTo>
                  <a:cubicBezTo>
                    <a:pt x="440" y="25"/>
                    <a:pt x="440" y="25"/>
                    <a:pt x="440" y="25"/>
                  </a:cubicBezTo>
                  <a:cubicBezTo>
                    <a:pt x="440" y="26"/>
                    <a:pt x="438" y="28"/>
                    <a:pt x="437" y="30"/>
                  </a:cubicBezTo>
                  <a:cubicBezTo>
                    <a:pt x="437" y="30"/>
                    <a:pt x="437" y="29"/>
                    <a:pt x="437" y="28"/>
                  </a:cubicBezTo>
                  <a:cubicBezTo>
                    <a:pt x="436" y="18"/>
                    <a:pt x="435" y="9"/>
                    <a:pt x="435" y="0"/>
                  </a:cubicBezTo>
                  <a:cubicBezTo>
                    <a:pt x="437" y="0"/>
                    <a:pt x="439" y="0"/>
                    <a:pt x="440" y="1"/>
                  </a:cubicBezTo>
                  <a:cubicBezTo>
                    <a:pt x="444" y="2"/>
                    <a:pt x="448" y="3"/>
                    <a:pt x="452" y="5"/>
                  </a:cubicBezTo>
                  <a:cubicBezTo>
                    <a:pt x="452" y="5"/>
                    <a:pt x="453" y="5"/>
                    <a:pt x="453" y="5"/>
                  </a:cubicBezTo>
                  <a:cubicBezTo>
                    <a:pt x="448" y="7"/>
                    <a:pt x="446" y="12"/>
                    <a:pt x="444" y="16"/>
                  </a:cubicBezTo>
                  <a:cubicBezTo>
                    <a:pt x="443" y="19"/>
                    <a:pt x="442" y="22"/>
                    <a:pt x="440" y="25"/>
                  </a:cubicBezTo>
                  <a:close/>
                  <a:moveTo>
                    <a:pt x="455" y="40"/>
                  </a:moveTo>
                  <a:cubicBezTo>
                    <a:pt x="455" y="40"/>
                    <a:pt x="455" y="40"/>
                    <a:pt x="455" y="40"/>
                  </a:cubicBezTo>
                  <a:cubicBezTo>
                    <a:pt x="451" y="37"/>
                    <a:pt x="447" y="35"/>
                    <a:pt x="442" y="33"/>
                  </a:cubicBezTo>
                  <a:cubicBezTo>
                    <a:pt x="445" y="30"/>
                    <a:pt x="447" y="25"/>
                    <a:pt x="449" y="22"/>
                  </a:cubicBezTo>
                  <a:cubicBezTo>
                    <a:pt x="450" y="20"/>
                    <a:pt x="451" y="17"/>
                    <a:pt x="452" y="14"/>
                  </a:cubicBezTo>
                  <a:cubicBezTo>
                    <a:pt x="454" y="12"/>
                    <a:pt x="456" y="9"/>
                    <a:pt x="457" y="7"/>
                  </a:cubicBezTo>
                  <a:cubicBezTo>
                    <a:pt x="457" y="7"/>
                    <a:pt x="457" y="7"/>
                    <a:pt x="457" y="6"/>
                  </a:cubicBezTo>
                  <a:cubicBezTo>
                    <a:pt x="462" y="9"/>
                    <a:pt x="468" y="12"/>
                    <a:pt x="473" y="15"/>
                  </a:cubicBezTo>
                  <a:cubicBezTo>
                    <a:pt x="472" y="15"/>
                    <a:pt x="471" y="16"/>
                    <a:pt x="471" y="17"/>
                  </a:cubicBezTo>
                  <a:cubicBezTo>
                    <a:pt x="469" y="20"/>
                    <a:pt x="467" y="23"/>
                    <a:pt x="465" y="26"/>
                  </a:cubicBezTo>
                  <a:cubicBezTo>
                    <a:pt x="462" y="31"/>
                    <a:pt x="459" y="36"/>
                    <a:pt x="455" y="40"/>
                  </a:cubicBezTo>
                  <a:close/>
                  <a:moveTo>
                    <a:pt x="473" y="54"/>
                  </a:moveTo>
                  <a:cubicBezTo>
                    <a:pt x="473" y="54"/>
                    <a:pt x="473" y="54"/>
                    <a:pt x="473" y="54"/>
                  </a:cubicBezTo>
                  <a:cubicBezTo>
                    <a:pt x="470" y="51"/>
                    <a:pt x="467" y="49"/>
                    <a:pt x="464" y="46"/>
                  </a:cubicBezTo>
                  <a:cubicBezTo>
                    <a:pt x="463" y="45"/>
                    <a:pt x="461" y="44"/>
                    <a:pt x="460" y="43"/>
                  </a:cubicBezTo>
                  <a:cubicBezTo>
                    <a:pt x="463" y="39"/>
                    <a:pt x="466" y="35"/>
                    <a:pt x="469" y="31"/>
                  </a:cubicBezTo>
                  <a:cubicBezTo>
                    <a:pt x="471" y="28"/>
                    <a:pt x="473" y="25"/>
                    <a:pt x="475" y="22"/>
                  </a:cubicBezTo>
                  <a:cubicBezTo>
                    <a:pt x="476" y="20"/>
                    <a:pt x="477" y="19"/>
                    <a:pt x="478" y="17"/>
                  </a:cubicBezTo>
                  <a:cubicBezTo>
                    <a:pt x="484" y="21"/>
                    <a:pt x="490" y="25"/>
                    <a:pt x="495" y="28"/>
                  </a:cubicBezTo>
                  <a:cubicBezTo>
                    <a:pt x="495" y="29"/>
                    <a:pt x="494" y="30"/>
                    <a:pt x="494" y="30"/>
                  </a:cubicBezTo>
                  <a:cubicBezTo>
                    <a:pt x="491" y="33"/>
                    <a:pt x="489" y="36"/>
                    <a:pt x="487" y="39"/>
                  </a:cubicBezTo>
                  <a:cubicBezTo>
                    <a:pt x="484" y="44"/>
                    <a:pt x="480" y="51"/>
                    <a:pt x="473" y="54"/>
                  </a:cubicBezTo>
                  <a:cubicBezTo>
                    <a:pt x="473" y="54"/>
                    <a:pt x="473" y="54"/>
                    <a:pt x="473" y="54"/>
                  </a:cubicBezTo>
                  <a:close/>
                  <a:moveTo>
                    <a:pt x="478" y="58"/>
                  </a:moveTo>
                  <a:cubicBezTo>
                    <a:pt x="478" y="58"/>
                    <a:pt x="478" y="58"/>
                    <a:pt x="478" y="58"/>
                  </a:cubicBezTo>
                  <a:cubicBezTo>
                    <a:pt x="483" y="55"/>
                    <a:pt x="487" y="50"/>
                    <a:pt x="490" y="46"/>
                  </a:cubicBezTo>
                  <a:cubicBezTo>
                    <a:pt x="493" y="43"/>
                    <a:pt x="495" y="39"/>
                    <a:pt x="497" y="36"/>
                  </a:cubicBezTo>
                  <a:cubicBezTo>
                    <a:pt x="498" y="35"/>
                    <a:pt x="499" y="33"/>
                    <a:pt x="500" y="32"/>
                  </a:cubicBezTo>
                  <a:cubicBezTo>
                    <a:pt x="505" y="36"/>
                    <a:pt x="509" y="39"/>
                    <a:pt x="514" y="44"/>
                  </a:cubicBezTo>
                  <a:cubicBezTo>
                    <a:pt x="510" y="46"/>
                    <a:pt x="505" y="52"/>
                    <a:pt x="504" y="53"/>
                  </a:cubicBezTo>
                  <a:cubicBezTo>
                    <a:pt x="500" y="59"/>
                    <a:pt x="496" y="65"/>
                    <a:pt x="492" y="71"/>
                  </a:cubicBezTo>
                  <a:cubicBezTo>
                    <a:pt x="487" y="66"/>
                    <a:pt x="483" y="62"/>
                    <a:pt x="478" y="58"/>
                  </a:cubicBezTo>
                  <a:close/>
                  <a:moveTo>
                    <a:pt x="518" y="95"/>
                  </a:moveTo>
                  <a:cubicBezTo>
                    <a:pt x="518" y="95"/>
                    <a:pt x="518" y="95"/>
                    <a:pt x="518" y="95"/>
                  </a:cubicBezTo>
                  <a:cubicBezTo>
                    <a:pt x="515" y="93"/>
                    <a:pt x="513" y="90"/>
                    <a:pt x="511" y="88"/>
                  </a:cubicBezTo>
                  <a:cubicBezTo>
                    <a:pt x="513" y="86"/>
                    <a:pt x="516" y="83"/>
                    <a:pt x="519" y="80"/>
                  </a:cubicBezTo>
                  <a:cubicBezTo>
                    <a:pt x="521" y="78"/>
                    <a:pt x="523" y="75"/>
                    <a:pt x="526" y="73"/>
                  </a:cubicBezTo>
                  <a:cubicBezTo>
                    <a:pt x="528" y="70"/>
                    <a:pt x="530" y="69"/>
                    <a:pt x="530" y="65"/>
                  </a:cubicBezTo>
                  <a:cubicBezTo>
                    <a:pt x="530" y="65"/>
                    <a:pt x="529" y="64"/>
                    <a:pt x="529" y="64"/>
                  </a:cubicBezTo>
                  <a:cubicBezTo>
                    <a:pt x="526" y="64"/>
                    <a:pt x="524" y="66"/>
                    <a:pt x="522" y="67"/>
                  </a:cubicBezTo>
                  <a:cubicBezTo>
                    <a:pt x="520" y="70"/>
                    <a:pt x="517" y="73"/>
                    <a:pt x="515" y="75"/>
                  </a:cubicBezTo>
                  <a:cubicBezTo>
                    <a:pt x="512" y="78"/>
                    <a:pt x="510" y="81"/>
                    <a:pt x="507" y="84"/>
                  </a:cubicBezTo>
                  <a:cubicBezTo>
                    <a:pt x="504" y="81"/>
                    <a:pt x="501" y="79"/>
                    <a:pt x="498" y="76"/>
                  </a:cubicBezTo>
                  <a:cubicBezTo>
                    <a:pt x="498" y="75"/>
                    <a:pt x="497" y="75"/>
                    <a:pt x="497" y="74"/>
                  </a:cubicBezTo>
                  <a:cubicBezTo>
                    <a:pt x="500" y="68"/>
                    <a:pt x="504" y="62"/>
                    <a:pt x="509" y="57"/>
                  </a:cubicBezTo>
                  <a:cubicBezTo>
                    <a:pt x="511" y="54"/>
                    <a:pt x="514" y="51"/>
                    <a:pt x="516" y="49"/>
                  </a:cubicBezTo>
                  <a:cubicBezTo>
                    <a:pt x="517" y="49"/>
                    <a:pt x="517" y="49"/>
                    <a:pt x="518" y="48"/>
                  </a:cubicBezTo>
                  <a:cubicBezTo>
                    <a:pt x="523" y="54"/>
                    <a:pt x="527" y="60"/>
                    <a:pt x="532" y="66"/>
                  </a:cubicBezTo>
                  <a:cubicBezTo>
                    <a:pt x="535" y="71"/>
                    <a:pt x="539" y="75"/>
                    <a:pt x="542" y="80"/>
                  </a:cubicBezTo>
                  <a:cubicBezTo>
                    <a:pt x="542" y="80"/>
                    <a:pt x="542" y="80"/>
                    <a:pt x="542" y="80"/>
                  </a:cubicBezTo>
                  <a:cubicBezTo>
                    <a:pt x="537" y="79"/>
                    <a:pt x="531" y="84"/>
                    <a:pt x="528" y="87"/>
                  </a:cubicBezTo>
                  <a:cubicBezTo>
                    <a:pt x="524" y="89"/>
                    <a:pt x="521" y="92"/>
                    <a:pt x="518" y="9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89" name="íslïďè">
              <a:extLst>
                <a:ext uri="{FF2B5EF4-FFF2-40B4-BE49-F238E27FC236}">
                  <a16:creationId xmlns:a16="http://schemas.microsoft.com/office/drawing/2014/main" id="{00F16E15-D4FB-409E-95FA-2A5E745BBD72}"/>
                </a:ext>
              </a:extLst>
            </p:cNvPr>
            <p:cNvSpPr/>
            <p:nvPr/>
          </p:nvSpPr>
          <p:spPr bwMode="auto">
            <a:xfrm>
              <a:off x="4119601" y="3581268"/>
              <a:ext cx="3888859" cy="921402"/>
            </a:xfrm>
            <a:custGeom>
              <a:avLst/>
              <a:gdLst>
                <a:gd name="T0" fmla="*/ 527 w 552"/>
                <a:gd name="T1" fmla="*/ 104 h 131"/>
                <a:gd name="T2" fmla="*/ 536 w 552"/>
                <a:gd name="T3" fmla="*/ 96 h 131"/>
                <a:gd name="T4" fmla="*/ 544 w 552"/>
                <a:gd name="T5" fmla="*/ 109 h 131"/>
                <a:gd name="T6" fmla="*/ 527 w 552"/>
                <a:gd name="T7" fmla="*/ 104 h 131"/>
                <a:gd name="T8" fmla="*/ 530 w 552"/>
                <a:gd name="T9" fmla="*/ 92 h 131"/>
                <a:gd name="T10" fmla="*/ 514 w 552"/>
                <a:gd name="T11" fmla="*/ 86 h 131"/>
                <a:gd name="T12" fmla="*/ 533 w 552"/>
                <a:gd name="T13" fmla="*/ 90 h 131"/>
                <a:gd name="T14" fmla="*/ 4 w 552"/>
                <a:gd name="T15" fmla="*/ 109 h 131"/>
                <a:gd name="T16" fmla="*/ 17 w 552"/>
                <a:gd name="T17" fmla="*/ 115 h 131"/>
                <a:gd name="T18" fmla="*/ 0 w 552"/>
                <a:gd name="T19" fmla="*/ 118 h 131"/>
                <a:gd name="T20" fmla="*/ 12 w 552"/>
                <a:gd name="T21" fmla="*/ 92 h 131"/>
                <a:gd name="T22" fmla="*/ 22 w 552"/>
                <a:gd name="T23" fmla="*/ 98 h 131"/>
                <a:gd name="T24" fmla="*/ 18 w 552"/>
                <a:gd name="T25" fmla="*/ 110 h 131"/>
                <a:gd name="T26" fmla="*/ 6 w 552"/>
                <a:gd name="T27" fmla="*/ 104 h 131"/>
                <a:gd name="T28" fmla="*/ 27 w 552"/>
                <a:gd name="T29" fmla="*/ 68 h 131"/>
                <a:gd name="T30" fmla="*/ 35 w 552"/>
                <a:gd name="T31" fmla="*/ 73 h 131"/>
                <a:gd name="T32" fmla="*/ 25 w 552"/>
                <a:gd name="T33" fmla="*/ 90 h 131"/>
                <a:gd name="T34" fmla="*/ 20 w 552"/>
                <a:gd name="T35" fmla="*/ 90 h 131"/>
                <a:gd name="T36" fmla="*/ 30 w 552"/>
                <a:gd name="T37" fmla="*/ 64 h 131"/>
                <a:gd name="T38" fmla="*/ 44 w 552"/>
                <a:gd name="T39" fmla="*/ 53 h 131"/>
                <a:gd name="T40" fmla="*/ 47 w 552"/>
                <a:gd name="T41" fmla="*/ 58 h 131"/>
                <a:gd name="T42" fmla="*/ 38 w 552"/>
                <a:gd name="T43" fmla="*/ 69 h 131"/>
                <a:gd name="T44" fmla="*/ 30 w 552"/>
                <a:gd name="T45" fmla="*/ 64 h 131"/>
                <a:gd name="T46" fmla="*/ 58 w 552"/>
                <a:gd name="T47" fmla="*/ 33 h 131"/>
                <a:gd name="T48" fmla="*/ 67 w 552"/>
                <a:gd name="T49" fmla="*/ 40 h 131"/>
                <a:gd name="T50" fmla="*/ 53 w 552"/>
                <a:gd name="T51" fmla="*/ 52 h 131"/>
                <a:gd name="T52" fmla="*/ 44 w 552"/>
                <a:gd name="T53" fmla="*/ 47 h 131"/>
                <a:gd name="T54" fmla="*/ 82 w 552"/>
                <a:gd name="T55" fmla="*/ 15 h 131"/>
                <a:gd name="T56" fmla="*/ 90 w 552"/>
                <a:gd name="T57" fmla="*/ 26 h 131"/>
                <a:gd name="T58" fmla="*/ 77 w 552"/>
                <a:gd name="T59" fmla="*/ 33 h 131"/>
                <a:gd name="T60" fmla="*/ 66 w 552"/>
                <a:gd name="T61" fmla="*/ 33 h 131"/>
                <a:gd name="T62" fmla="*/ 87 w 552"/>
                <a:gd name="T63" fmla="*/ 13 h 131"/>
                <a:gd name="T64" fmla="*/ 107 w 552"/>
                <a:gd name="T65" fmla="*/ 6 h 131"/>
                <a:gd name="T66" fmla="*/ 108 w 552"/>
                <a:gd name="T67" fmla="*/ 19 h 131"/>
                <a:gd name="T68" fmla="*/ 97 w 552"/>
                <a:gd name="T69" fmla="*/ 23 h 131"/>
                <a:gd name="T70" fmla="*/ 89 w 552"/>
                <a:gd name="T71" fmla="*/ 16 h 131"/>
                <a:gd name="T72" fmla="*/ 429 w 552"/>
                <a:gd name="T73" fmla="*/ 0 h 131"/>
                <a:gd name="T74" fmla="*/ 433 w 552"/>
                <a:gd name="T75" fmla="*/ 11 h 131"/>
                <a:gd name="T76" fmla="*/ 430 w 552"/>
                <a:gd name="T77" fmla="*/ 16 h 131"/>
                <a:gd name="T78" fmla="*/ 429 w 552"/>
                <a:gd name="T79" fmla="*/ 0 h 131"/>
                <a:gd name="T80" fmla="*/ 456 w 552"/>
                <a:gd name="T81" fmla="*/ 15 h 131"/>
                <a:gd name="T82" fmla="*/ 448 w 552"/>
                <a:gd name="T83" fmla="*/ 26 h 131"/>
                <a:gd name="T84" fmla="*/ 442 w 552"/>
                <a:gd name="T85" fmla="*/ 8 h 131"/>
                <a:gd name="T86" fmla="*/ 461 w 552"/>
                <a:gd name="T87" fmla="*/ 18 h 131"/>
                <a:gd name="T88" fmla="*/ 466 w 552"/>
                <a:gd name="T89" fmla="*/ 40 h 131"/>
                <a:gd name="T90" fmla="*/ 466 w 552"/>
                <a:gd name="T91" fmla="*/ 40 h 131"/>
                <a:gd name="T92" fmla="*/ 453 w 552"/>
                <a:gd name="T93" fmla="*/ 29 h 131"/>
                <a:gd name="T94" fmla="*/ 482 w 552"/>
                <a:gd name="T95" fmla="*/ 33 h 131"/>
                <a:gd name="T96" fmla="*/ 485 w 552"/>
                <a:gd name="T97" fmla="*/ 57 h 131"/>
                <a:gd name="T98" fmla="*/ 471 w 552"/>
                <a:gd name="T99" fmla="*/ 44 h 131"/>
                <a:gd name="T100" fmla="*/ 498 w 552"/>
                <a:gd name="T101" fmla="*/ 48 h 131"/>
                <a:gd name="T102" fmla="*/ 508 w 552"/>
                <a:gd name="T103" fmla="*/ 61 h 131"/>
                <a:gd name="T104" fmla="*/ 491 w 552"/>
                <a:gd name="T105" fmla="*/ 62 h 131"/>
                <a:gd name="T106" fmla="*/ 498 w 552"/>
                <a:gd name="T107" fmla="*/ 48 h 131"/>
                <a:gd name="T108" fmla="*/ 520 w 552"/>
                <a:gd name="T109" fmla="*/ 73 h 131"/>
                <a:gd name="T110" fmla="*/ 511 w 552"/>
                <a:gd name="T111" fmla="*/ 81 h 131"/>
                <a:gd name="T112" fmla="*/ 512 w 552"/>
                <a:gd name="T113" fmla="*/ 66 h 131"/>
                <a:gd name="T114" fmla="*/ 547 w 552"/>
                <a:gd name="T115" fmla="*/ 115 h 131"/>
                <a:gd name="T116" fmla="*/ 544 w 552"/>
                <a:gd name="T117" fmla="*/ 131 h 131"/>
                <a:gd name="T118" fmla="*/ 545 w 552"/>
                <a:gd name="T119" fmla="*/ 116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52" h="131">
                  <a:moveTo>
                    <a:pt x="527" y="104"/>
                  </a:moveTo>
                  <a:cubicBezTo>
                    <a:pt x="527" y="104"/>
                    <a:pt x="527" y="104"/>
                    <a:pt x="527" y="104"/>
                  </a:cubicBezTo>
                  <a:cubicBezTo>
                    <a:pt x="529" y="101"/>
                    <a:pt x="532" y="99"/>
                    <a:pt x="535" y="96"/>
                  </a:cubicBezTo>
                  <a:cubicBezTo>
                    <a:pt x="536" y="96"/>
                    <a:pt x="536" y="96"/>
                    <a:pt x="536" y="96"/>
                  </a:cubicBezTo>
                  <a:cubicBezTo>
                    <a:pt x="539" y="100"/>
                    <a:pt x="542" y="104"/>
                    <a:pt x="544" y="109"/>
                  </a:cubicBezTo>
                  <a:cubicBezTo>
                    <a:pt x="544" y="109"/>
                    <a:pt x="544" y="109"/>
                    <a:pt x="544" y="109"/>
                  </a:cubicBezTo>
                  <a:cubicBezTo>
                    <a:pt x="541" y="111"/>
                    <a:pt x="538" y="114"/>
                    <a:pt x="535" y="116"/>
                  </a:cubicBezTo>
                  <a:cubicBezTo>
                    <a:pt x="532" y="112"/>
                    <a:pt x="530" y="108"/>
                    <a:pt x="527" y="104"/>
                  </a:cubicBezTo>
                  <a:close/>
                  <a:moveTo>
                    <a:pt x="533" y="90"/>
                  </a:moveTo>
                  <a:cubicBezTo>
                    <a:pt x="532" y="91"/>
                    <a:pt x="531" y="91"/>
                    <a:pt x="530" y="92"/>
                  </a:cubicBezTo>
                  <a:cubicBezTo>
                    <a:pt x="528" y="94"/>
                    <a:pt x="525" y="96"/>
                    <a:pt x="523" y="98"/>
                  </a:cubicBezTo>
                  <a:cubicBezTo>
                    <a:pt x="520" y="94"/>
                    <a:pt x="517" y="90"/>
                    <a:pt x="514" y="86"/>
                  </a:cubicBezTo>
                  <a:cubicBezTo>
                    <a:pt x="517" y="83"/>
                    <a:pt x="521" y="81"/>
                    <a:pt x="524" y="78"/>
                  </a:cubicBezTo>
                  <a:cubicBezTo>
                    <a:pt x="527" y="82"/>
                    <a:pt x="530" y="86"/>
                    <a:pt x="533" y="90"/>
                  </a:cubicBezTo>
                  <a:close/>
                  <a:moveTo>
                    <a:pt x="0" y="118"/>
                  </a:moveTo>
                  <a:cubicBezTo>
                    <a:pt x="1" y="115"/>
                    <a:pt x="3" y="112"/>
                    <a:pt x="4" y="109"/>
                  </a:cubicBezTo>
                  <a:cubicBezTo>
                    <a:pt x="6" y="110"/>
                    <a:pt x="7" y="111"/>
                    <a:pt x="9" y="111"/>
                  </a:cubicBezTo>
                  <a:cubicBezTo>
                    <a:pt x="11" y="113"/>
                    <a:pt x="14" y="114"/>
                    <a:pt x="17" y="115"/>
                  </a:cubicBezTo>
                  <a:cubicBezTo>
                    <a:pt x="16" y="119"/>
                    <a:pt x="15" y="122"/>
                    <a:pt x="14" y="126"/>
                  </a:cubicBezTo>
                  <a:cubicBezTo>
                    <a:pt x="10" y="123"/>
                    <a:pt x="5" y="120"/>
                    <a:pt x="0" y="118"/>
                  </a:cubicBezTo>
                  <a:close/>
                  <a:moveTo>
                    <a:pt x="6" y="104"/>
                  </a:moveTo>
                  <a:cubicBezTo>
                    <a:pt x="8" y="100"/>
                    <a:pt x="10" y="96"/>
                    <a:pt x="12" y="92"/>
                  </a:cubicBezTo>
                  <a:cubicBezTo>
                    <a:pt x="14" y="93"/>
                    <a:pt x="16" y="94"/>
                    <a:pt x="18" y="96"/>
                  </a:cubicBezTo>
                  <a:cubicBezTo>
                    <a:pt x="19" y="96"/>
                    <a:pt x="20" y="97"/>
                    <a:pt x="22" y="98"/>
                  </a:cubicBezTo>
                  <a:cubicBezTo>
                    <a:pt x="20" y="102"/>
                    <a:pt x="19" y="106"/>
                    <a:pt x="18" y="110"/>
                  </a:cubicBezTo>
                  <a:cubicBezTo>
                    <a:pt x="18" y="110"/>
                    <a:pt x="18" y="110"/>
                    <a:pt x="18" y="110"/>
                  </a:cubicBezTo>
                  <a:cubicBezTo>
                    <a:pt x="16" y="108"/>
                    <a:pt x="13" y="107"/>
                    <a:pt x="10" y="106"/>
                  </a:cubicBezTo>
                  <a:cubicBezTo>
                    <a:pt x="9" y="105"/>
                    <a:pt x="8" y="105"/>
                    <a:pt x="6" y="104"/>
                  </a:cubicBezTo>
                  <a:close/>
                  <a:moveTo>
                    <a:pt x="15" y="88"/>
                  </a:moveTo>
                  <a:cubicBezTo>
                    <a:pt x="19" y="81"/>
                    <a:pt x="23" y="75"/>
                    <a:pt x="27" y="68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31" y="71"/>
                    <a:pt x="33" y="72"/>
                    <a:pt x="35" y="73"/>
                  </a:cubicBezTo>
                  <a:cubicBezTo>
                    <a:pt x="31" y="78"/>
                    <a:pt x="28" y="84"/>
                    <a:pt x="25" y="90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24" y="91"/>
                    <a:pt x="24" y="92"/>
                    <a:pt x="24" y="93"/>
                  </a:cubicBezTo>
                  <a:cubicBezTo>
                    <a:pt x="22" y="92"/>
                    <a:pt x="21" y="91"/>
                    <a:pt x="20" y="90"/>
                  </a:cubicBezTo>
                  <a:cubicBezTo>
                    <a:pt x="18" y="89"/>
                    <a:pt x="16" y="88"/>
                    <a:pt x="15" y="88"/>
                  </a:cubicBezTo>
                  <a:close/>
                  <a:moveTo>
                    <a:pt x="30" y="64"/>
                  </a:moveTo>
                  <a:cubicBezTo>
                    <a:pt x="33" y="59"/>
                    <a:pt x="37" y="55"/>
                    <a:pt x="40" y="51"/>
                  </a:cubicBezTo>
                  <a:cubicBezTo>
                    <a:pt x="41" y="52"/>
                    <a:pt x="43" y="52"/>
                    <a:pt x="44" y="53"/>
                  </a:cubicBezTo>
                  <a:cubicBezTo>
                    <a:pt x="46" y="54"/>
                    <a:pt x="47" y="55"/>
                    <a:pt x="49" y="56"/>
                  </a:cubicBezTo>
                  <a:cubicBezTo>
                    <a:pt x="48" y="57"/>
                    <a:pt x="48" y="58"/>
                    <a:pt x="47" y="58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4" y="62"/>
                    <a:pt x="41" y="65"/>
                    <a:pt x="38" y="69"/>
                  </a:cubicBezTo>
                  <a:cubicBezTo>
                    <a:pt x="36" y="68"/>
                    <a:pt x="33" y="66"/>
                    <a:pt x="31" y="65"/>
                  </a:cubicBezTo>
                  <a:lnTo>
                    <a:pt x="30" y="64"/>
                  </a:lnTo>
                  <a:close/>
                  <a:moveTo>
                    <a:pt x="44" y="47"/>
                  </a:moveTo>
                  <a:cubicBezTo>
                    <a:pt x="48" y="42"/>
                    <a:pt x="53" y="38"/>
                    <a:pt x="58" y="33"/>
                  </a:cubicBezTo>
                  <a:cubicBezTo>
                    <a:pt x="58" y="34"/>
                    <a:pt x="59" y="34"/>
                    <a:pt x="60" y="35"/>
                  </a:cubicBezTo>
                  <a:cubicBezTo>
                    <a:pt x="62" y="37"/>
                    <a:pt x="65" y="38"/>
                    <a:pt x="67" y="40"/>
                  </a:cubicBezTo>
                  <a:cubicBezTo>
                    <a:pt x="62" y="44"/>
                    <a:pt x="58" y="48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1" y="50"/>
                    <a:pt x="49" y="49"/>
                    <a:pt x="47" y="48"/>
                  </a:cubicBezTo>
                  <a:cubicBezTo>
                    <a:pt x="46" y="48"/>
                    <a:pt x="45" y="47"/>
                    <a:pt x="44" y="47"/>
                  </a:cubicBezTo>
                  <a:close/>
                  <a:moveTo>
                    <a:pt x="62" y="30"/>
                  </a:moveTo>
                  <a:cubicBezTo>
                    <a:pt x="68" y="24"/>
                    <a:pt x="75" y="20"/>
                    <a:pt x="82" y="15"/>
                  </a:cubicBezTo>
                  <a:cubicBezTo>
                    <a:pt x="84" y="17"/>
                    <a:pt x="85" y="19"/>
                    <a:pt x="86" y="21"/>
                  </a:cubicBezTo>
                  <a:cubicBezTo>
                    <a:pt x="88" y="22"/>
                    <a:pt x="89" y="24"/>
                    <a:pt x="90" y="26"/>
                  </a:cubicBezTo>
                  <a:cubicBezTo>
                    <a:pt x="86" y="28"/>
                    <a:pt x="81" y="30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4"/>
                    <a:pt x="73" y="35"/>
                    <a:pt x="72" y="37"/>
                  </a:cubicBezTo>
                  <a:cubicBezTo>
                    <a:pt x="70" y="35"/>
                    <a:pt x="68" y="34"/>
                    <a:pt x="66" y="33"/>
                  </a:cubicBezTo>
                  <a:cubicBezTo>
                    <a:pt x="65" y="32"/>
                    <a:pt x="63" y="31"/>
                    <a:pt x="62" y="30"/>
                  </a:cubicBezTo>
                  <a:close/>
                  <a:moveTo>
                    <a:pt x="87" y="13"/>
                  </a:moveTo>
                  <a:cubicBezTo>
                    <a:pt x="93" y="10"/>
                    <a:pt x="100" y="7"/>
                    <a:pt x="106" y="4"/>
                  </a:cubicBezTo>
                  <a:cubicBezTo>
                    <a:pt x="107" y="5"/>
                    <a:pt x="107" y="6"/>
                    <a:pt x="107" y="6"/>
                  </a:cubicBezTo>
                  <a:cubicBezTo>
                    <a:pt x="107" y="9"/>
                    <a:pt x="107" y="11"/>
                    <a:pt x="107" y="13"/>
                  </a:cubicBezTo>
                  <a:cubicBezTo>
                    <a:pt x="108" y="15"/>
                    <a:pt x="108" y="17"/>
                    <a:pt x="108" y="19"/>
                  </a:cubicBezTo>
                  <a:cubicBezTo>
                    <a:pt x="104" y="20"/>
                    <a:pt x="100" y="22"/>
                    <a:pt x="97" y="23"/>
                  </a:cubicBezTo>
                  <a:cubicBezTo>
                    <a:pt x="97" y="23"/>
                    <a:pt x="97" y="23"/>
                    <a:pt x="97" y="23"/>
                  </a:cubicBezTo>
                  <a:cubicBezTo>
                    <a:pt x="96" y="23"/>
                    <a:pt x="96" y="24"/>
                    <a:pt x="95" y="24"/>
                  </a:cubicBezTo>
                  <a:cubicBezTo>
                    <a:pt x="93" y="21"/>
                    <a:pt x="91" y="18"/>
                    <a:pt x="89" y="16"/>
                  </a:cubicBezTo>
                  <a:cubicBezTo>
                    <a:pt x="89" y="15"/>
                    <a:pt x="88" y="14"/>
                    <a:pt x="87" y="13"/>
                  </a:cubicBezTo>
                  <a:close/>
                  <a:moveTo>
                    <a:pt x="429" y="0"/>
                  </a:moveTo>
                  <a:cubicBezTo>
                    <a:pt x="429" y="0"/>
                    <a:pt x="432" y="1"/>
                    <a:pt x="436" y="3"/>
                  </a:cubicBezTo>
                  <a:cubicBezTo>
                    <a:pt x="435" y="6"/>
                    <a:pt x="435" y="8"/>
                    <a:pt x="433" y="11"/>
                  </a:cubicBezTo>
                  <a:cubicBezTo>
                    <a:pt x="433" y="11"/>
                    <a:pt x="433" y="11"/>
                    <a:pt x="433" y="11"/>
                  </a:cubicBezTo>
                  <a:cubicBezTo>
                    <a:pt x="433" y="12"/>
                    <a:pt x="431" y="14"/>
                    <a:pt x="430" y="16"/>
                  </a:cubicBezTo>
                  <a:cubicBezTo>
                    <a:pt x="430" y="16"/>
                    <a:pt x="430" y="15"/>
                    <a:pt x="430" y="14"/>
                  </a:cubicBezTo>
                  <a:cubicBezTo>
                    <a:pt x="430" y="9"/>
                    <a:pt x="429" y="4"/>
                    <a:pt x="429" y="0"/>
                  </a:cubicBezTo>
                  <a:close/>
                  <a:moveTo>
                    <a:pt x="443" y="6"/>
                  </a:moveTo>
                  <a:cubicBezTo>
                    <a:pt x="447" y="9"/>
                    <a:pt x="451" y="11"/>
                    <a:pt x="456" y="15"/>
                  </a:cubicBezTo>
                  <a:cubicBezTo>
                    <a:pt x="454" y="19"/>
                    <a:pt x="451" y="22"/>
                    <a:pt x="448" y="26"/>
                  </a:cubicBezTo>
                  <a:cubicBezTo>
                    <a:pt x="448" y="26"/>
                    <a:pt x="448" y="26"/>
                    <a:pt x="448" y="26"/>
                  </a:cubicBezTo>
                  <a:cubicBezTo>
                    <a:pt x="444" y="23"/>
                    <a:pt x="440" y="21"/>
                    <a:pt x="435" y="19"/>
                  </a:cubicBezTo>
                  <a:cubicBezTo>
                    <a:pt x="438" y="16"/>
                    <a:pt x="440" y="11"/>
                    <a:pt x="442" y="8"/>
                  </a:cubicBezTo>
                  <a:cubicBezTo>
                    <a:pt x="442" y="8"/>
                    <a:pt x="442" y="7"/>
                    <a:pt x="443" y="6"/>
                  </a:cubicBezTo>
                  <a:close/>
                  <a:moveTo>
                    <a:pt x="461" y="18"/>
                  </a:moveTo>
                  <a:cubicBezTo>
                    <a:pt x="466" y="21"/>
                    <a:pt x="471" y="25"/>
                    <a:pt x="477" y="30"/>
                  </a:cubicBezTo>
                  <a:cubicBezTo>
                    <a:pt x="474" y="34"/>
                    <a:pt x="471" y="38"/>
                    <a:pt x="466" y="40"/>
                  </a:cubicBezTo>
                  <a:cubicBezTo>
                    <a:pt x="466" y="40"/>
                    <a:pt x="466" y="40"/>
                    <a:pt x="466" y="40"/>
                  </a:cubicBezTo>
                  <a:cubicBezTo>
                    <a:pt x="466" y="40"/>
                    <a:pt x="466" y="40"/>
                    <a:pt x="466" y="40"/>
                  </a:cubicBezTo>
                  <a:cubicBezTo>
                    <a:pt x="463" y="37"/>
                    <a:pt x="460" y="35"/>
                    <a:pt x="457" y="32"/>
                  </a:cubicBezTo>
                  <a:cubicBezTo>
                    <a:pt x="456" y="31"/>
                    <a:pt x="454" y="30"/>
                    <a:pt x="453" y="29"/>
                  </a:cubicBezTo>
                  <a:cubicBezTo>
                    <a:pt x="456" y="26"/>
                    <a:pt x="458" y="22"/>
                    <a:pt x="461" y="18"/>
                  </a:cubicBezTo>
                  <a:close/>
                  <a:moveTo>
                    <a:pt x="482" y="33"/>
                  </a:moveTo>
                  <a:cubicBezTo>
                    <a:pt x="486" y="37"/>
                    <a:pt x="490" y="40"/>
                    <a:pt x="494" y="44"/>
                  </a:cubicBezTo>
                  <a:cubicBezTo>
                    <a:pt x="491" y="48"/>
                    <a:pt x="488" y="52"/>
                    <a:pt x="485" y="57"/>
                  </a:cubicBezTo>
                  <a:cubicBezTo>
                    <a:pt x="480" y="52"/>
                    <a:pt x="476" y="48"/>
                    <a:pt x="471" y="44"/>
                  </a:cubicBezTo>
                  <a:cubicBezTo>
                    <a:pt x="471" y="44"/>
                    <a:pt x="471" y="44"/>
                    <a:pt x="471" y="44"/>
                  </a:cubicBezTo>
                  <a:cubicBezTo>
                    <a:pt x="475" y="41"/>
                    <a:pt x="479" y="37"/>
                    <a:pt x="482" y="33"/>
                  </a:cubicBezTo>
                  <a:close/>
                  <a:moveTo>
                    <a:pt x="498" y="48"/>
                  </a:moveTo>
                  <a:cubicBezTo>
                    <a:pt x="502" y="52"/>
                    <a:pt x="505" y="56"/>
                    <a:pt x="509" y="60"/>
                  </a:cubicBezTo>
                  <a:cubicBezTo>
                    <a:pt x="508" y="61"/>
                    <a:pt x="508" y="61"/>
                    <a:pt x="508" y="61"/>
                  </a:cubicBezTo>
                  <a:cubicBezTo>
                    <a:pt x="505" y="64"/>
                    <a:pt x="503" y="67"/>
                    <a:pt x="500" y="70"/>
                  </a:cubicBezTo>
                  <a:cubicBezTo>
                    <a:pt x="497" y="67"/>
                    <a:pt x="494" y="65"/>
                    <a:pt x="491" y="62"/>
                  </a:cubicBezTo>
                  <a:cubicBezTo>
                    <a:pt x="491" y="61"/>
                    <a:pt x="490" y="61"/>
                    <a:pt x="490" y="60"/>
                  </a:cubicBezTo>
                  <a:cubicBezTo>
                    <a:pt x="492" y="56"/>
                    <a:pt x="495" y="52"/>
                    <a:pt x="498" y="48"/>
                  </a:cubicBezTo>
                  <a:close/>
                  <a:moveTo>
                    <a:pt x="513" y="64"/>
                  </a:moveTo>
                  <a:cubicBezTo>
                    <a:pt x="516" y="67"/>
                    <a:pt x="518" y="70"/>
                    <a:pt x="520" y="73"/>
                  </a:cubicBezTo>
                  <a:cubicBezTo>
                    <a:pt x="517" y="75"/>
                    <a:pt x="513" y="78"/>
                    <a:pt x="511" y="81"/>
                  </a:cubicBezTo>
                  <a:cubicBezTo>
                    <a:pt x="511" y="81"/>
                    <a:pt x="511" y="81"/>
                    <a:pt x="511" y="81"/>
                  </a:cubicBezTo>
                  <a:cubicBezTo>
                    <a:pt x="508" y="79"/>
                    <a:pt x="506" y="76"/>
                    <a:pt x="504" y="74"/>
                  </a:cubicBezTo>
                  <a:cubicBezTo>
                    <a:pt x="506" y="72"/>
                    <a:pt x="509" y="69"/>
                    <a:pt x="512" y="66"/>
                  </a:cubicBezTo>
                  <a:lnTo>
                    <a:pt x="513" y="64"/>
                  </a:lnTo>
                  <a:close/>
                  <a:moveTo>
                    <a:pt x="547" y="115"/>
                  </a:moveTo>
                  <a:cubicBezTo>
                    <a:pt x="549" y="117"/>
                    <a:pt x="551" y="121"/>
                    <a:pt x="552" y="124"/>
                  </a:cubicBezTo>
                  <a:cubicBezTo>
                    <a:pt x="549" y="126"/>
                    <a:pt x="546" y="128"/>
                    <a:pt x="544" y="131"/>
                  </a:cubicBezTo>
                  <a:cubicBezTo>
                    <a:pt x="542" y="128"/>
                    <a:pt x="541" y="125"/>
                    <a:pt x="539" y="122"/>
                  </a:cubicBezTo>
                  <a:cubicBezTo>
                    <a:pt x="541" y="120"/>
                    <a:pt x="543" y="118"/>
                    <a:pt x="545" y="116"/>
                  </a:cubicBezTo>
                  <a:cubicBezTo>
                    <a:pt x="546" y="116"/>
                    <a:pt x="547" y="115"/>
                    <a:pt x="547" y="11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0" name="íṥļîďè">
              <a:extLst>
                <a:ext uri="{FF2B5EF4-FFF2-40B4-BE49-F238E27FC236}">
                  <a16:creationId xmlns:a16="http://schemas.microsoft.com/office/drawing/2014/main" id="{1E9990D7-D323-4FD1-A9F0-B064A23B24C1}"/>
                </a:ext>
              </a:extLst>
            </p:cNvPr>
            <p:cNvSpPr/>
            <p:nvPr/>
          </p:nvSpPr>
          <p:spPr bwMode="auto">
            <a:xfrm>
              <a:off x="5000353" y="4292645"/>
              <a:ext cx="1104328" cy="606365"/>
            </a:xfrm>
            <a:custGeom>
              <a:avLst/>
              <a:gdLst>
                <a:gd name="T0" fmla="*/ 118 w 157"/>
                <a:gd name="T1" fmla="*/ 3 h 86"/>
                <a:gd name="T2" fmla="*/ 118 w 157"/>
                <a:gd name="T3" fmla="*/ 3 h 86"/>
                <a:gd name="T4" fmla="*/ 136 w 157"/>
                <a:gd name="T5" fmla="*/ 3 h 86"/>
                <a:gd name="T6" fmla="*/ 155 w 157"/>
                <a:gd name="T7" fmla="*/ 2 h 86"/>
                <a:gd name="T8" fmla="*/ 155 w 157"/>
                <a:gd name="T9" fmla="*/ 6 h 86"/>
                <a:gd name="T10" fmla="*/ 156 w 157"/>
                <a:gd name="T11" fmla="*/ 18 h 86"/>
                <a:gd name="T12" fmla="*/ 157 w 157"/>
                <a:gd name="T13" fmla="*/ 42 h 86"/>
                <a:gd name="T14" fmla="*/ 156 w 157"/>
                <a:gd name="T15" fmla="*/ 65 h 86"/>
                <a:gd name="T16" fmla="*/ 157 w 157"/>
                <a:gd name="T17" fmla="*/ 74 h 86"/>
                <a:gd name="T18" fmla="*/ 156 w 157"/>
                <a:gd name="T19" fmla="*/ 79 h 86"/>
                <a:gd name="T20" fmla="*/ 149 w 157"/>
                <a:gd name="T21" fmla="*/ 80 h 86"/>
                <a:gd name="T22" fmla="*/ 126 w 157"/>
                <a:gd name="T23" fmla="*/ 81 h 86"/>
                <a:gd name="T24" fmla="*/ 116 w 157"/>
                <a:gd name="T25" fmla="*/ 82 h 86"/>
                <a:gd name="T26" fmla="*/ 116 w 157"/>
                <a:gd name="T27" fmla="*/ 64 h 86"/>
                <a:gd name="T28" fmla="*/ 117 w 157"/>
                <a:gd name="T29" fmla="*/ 42 h 86"/>
                <a:gd name="T30" fmla="*/ 118 w 157"/>
                <a:gd name="T31" fmla="*/ 20 h 86"/>
                <a:gd name="T32" fmla="*/ 118 w 157"/>
                <a:gd name="T33" fmla="*/ 3 h 86"/>
                <a:gd name="T34" fmla="*/ 16 w 157"/>
                <a:gd name="T35" fmla="*/ 59 h 86"/>
                <a:gd name="T36" fmla="*/ 16 w 157"/>
                <a:gd name="T37" fmla="*/ 59 h 86"/>
                <a:gd name="T38" fmla="*/ 17 w 157"/>
                <a:gd name="T39" fmla="*/ 81 h 86"/>
                <a:gd name="T40" fmla="*/ 16 w 157"/>
                <a:gd name="T41" fmla="*/ 86 h 86"/>
                <a:gd name="T42" fmla="*/ 11 w 157"/>
                <a:gd name="T43" fmla="*/ 86 h 86"/>
                <a:gd name="T44" fmla="*/ 0 w 157"/>
                <a:gd name="T45" fmla="*/ 85 h 86"/>
                <a:gd name="T46" fmla="*/ 1 w 157"/>
                <a:gd name="T47" fmla="*/ 39 h 86"/>
                <a:gd name="T48" fmla="*/ 0 w 157"/>
                <a:gd name="T49" fmla="*/ 0 h 86"/>
                <a:gd name="T50" fmla="*/ 9 w 157"/>
                <a:gd name="T51" fmla="*/ 0 h 86"/>
                <a:gd name="T52" fmla="*/ 15 w 157"/>
                <a:gd name="T53" fmla="*/ 0 h 86"/>
                <a:gd name="T54" fmla="*/ 16 w 157"/>
                <a:gd name="T55" fmla="*/ 13 h 86"/>
                <a:gd name="T56" fmla="*/ 16 w 157"/>
                <a:gd name="T57" fmla="*/ 28 h 86"/>
                <a:gd name="T58" fmla="*/ 16 w 157"/>
                <a:gd name="T59" fmla="*/ 59 h 86"/>
                <a:gd name="T60" fmla="*/ 65 w 157"/>
                <a:gd name="T61" fmla="*/ 20 h 86"/>
                <a:gd name="T62" fmla="*/ 65 w 157"/>
                <a:gd name="T63" fmla="*/ 20 h 86"/>
                <a:gd name="T64" fmla="*/ 67 w 157"/>
                <a:gd name="T65" fmla="*/ 44 h 86"/>
                <a:gd name="T66" fmla="*/ 69 w 157"/>
                <a:gd name="T67" fmla="*/ 86 h 86"/>
                <a:gd name="T68" fmla="*/ 34 w 157"/>
                <a:gd name="T69" fmla="*/ 86 h 86"/>
                <a:gd name="T70" fmla="*/ 22 w 157"/>
                <a:gd name="T71" fmla="*/ 86 h 86"/>
                <a:gd name="T72" fmla="*/ 23 w 157"/>
                <a:gd name="T73" fmla="*/ 79 h 86"/>
                <a:gd name="T74" fmla="*/ 22 w 157"/>
                <a:gd name="T75" fmla="*/ 56 h 86"/>
                <a:gd name="T76" fmla="*/ 22 w 157"/>
                <a:gd name="T77" fmla="*/ 28 h 86"/>
                <a:gd name="T78" fmla="*/ 21 w 157"/>
                <a:gd name="T79" fmla="*/ 14 h 86"/>
                <a:gd name="T80" fmla="*/ 18 w 157"/>
                <a:gd name="T81" fmla="*/ 1 h 86"/>
                <a:gd name="T82" fmla="*/ 30 w 157"/>
                <a:gd name="T83" fmla="*/ 3 h 86"/>
                <a:gd name="T84" fmla="*/ 66 w 157"/>
                <a:gd name="T85" fmla="*/ 4 h 86"/>
                <a:gd name="T86" fmla="*/ 65 w 157"/>
                <a:gd name="T87" fmla="*/ 20 h 86"/>
                <a:gd name="T88" fmla="*/ 109 w 157"/>
                <a:gd name="T89" fmla="*/ 82 h 86"/>
                <a:gd name="T90" fmla="*/ 109 w 157"/>
                <a:gd name="T91" fmla="*/ 82 h 86"/>
                <a:gd name="T92" fmla="*/ 79 w 157"/>
                <a:gd name="T93" fmla="*/ 86 h 86"/>
                <a:gd name="T94" fmla="*/ 76 w 157"/>
                <a:gd name="T95" fmla="*/ 86 h 86"/>
                <a:gd name="T96" fmla="*/ 75 w 157"/>
                <a:gd name="T97" fmla="*/ 45 h 86"/>
                <a:gd name="T98" fmla="*/ 71 w 157"/>
                <a:gd name="T99" fmla="*/ 4 h 86"/>
                <a:gd name="T100" fmla="*/ 71 w 157"/>
                <a:gd name="T101" fmla="*/ 4 h 86"/>
                <a:gd name="T102" fmla="*/ 81 w 157"/>
                <a:gd name="T103" fmla="*/ 2 h 86"/>
                <a:gd name="T104" fmla="*/ 91 w 157"/>
                <a:gd name="T105" fmla="*/ 3 h 86"/>
                <a:gd name="T106" fmla="*/ 113 w 157"/>
                <a:gd name="T107" fmla="*/ 3 h 86"/>
                <a:gd name="T108" fmla="*/ 112 w 157"/>
                <a:gd name="T109" fmla="*/ 19 h 86"/>
                <a:gd name="T110" fmla="*/ 111 w 157"/>
                <a:gd name="T111" fmla="*/ 42 h 86"/>
                <a:gd name="T112" fmla="*/ 109 w 157"/>
                <a:gd name="T113" fmla="*/ 8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86">
                  <a:moveTo>
                    <a:pt x="118" y="3"/>
                  </a:moveTo>
                  <a:cubicBezTo>
                    <a:pt x="118" y="3"/>
                    <a:pt x="118" y="3"/>
                    <a:pt x="118" y="3"/>
                  </a:cubicBezTo>
                  <a:cubicBezTo>
                    <a:pt x="124" y="3"/>
                    <a:pt x="130" y="3"/>
                    <a:pt x="136" y="3"/>
                  </a:cubicBezTo>
                  <a:cubicBezTo>
                    <a:pt x="142" y="3"/>
                    <a:pt x="148" y="3"/>
                    <a:pt x="155" y="2"/>
                  </a:cubicBezTo>
                  <a:cubicBezTo>
                    <a:pt x="155" y="4"/>
                    <a:pt x="155" y="5"/>
                    <a:pt x="155" y="6"/>
                  </a:cubicBezTo>
                  <a:cubicBezTo>
                    <a:pt x="155" y="10"/>
                    <a:pt x="156" y="14"/>
                    <a:pt x="156" y="18"/>
                  </a:cubicBezTo>
                  <a:cubicBezTo>
                    <a:pt x="156" y="26"/>
                    <a:pt x="157" y="34"/>
                    <a:pt x="157" y="42"/>
                  </a:cubicBezTo>
                  <a:cubicBezTo>
                    <a:pt x="157" y="50"/>
                    <a:pt x="156" y="57"/>
                    <a:pt x="156" y="65"/>
                  </a:cubicBezTo>
                  <a:cubicBezTo>
                    <a:pt x="156" y="68"/>
                    <a:pt x="156" y="71"/>
                    <a:pt x="157" y="74"/>
                  </a:cubicBezTo>
                  <a:cubicBezTo>
                    <a:pt x="157" y="76"/>
                    <a:pt x="157" y="78"/>
                    <a:pt x="156" y="79"/>
                  </a:cubicBezTo>
                  <a:cubicBezTo>
                    <a:pt x="154" y="79"/>
                    <a:pt x="151" y="80"/>
                    <a:pt x="149" y="80"/>
                  </a:cubicBezTo>
                  <a:cubicBezTo>
                    <a:pt x="141" y="80"/>
                    <a:pt x="133" y="80"/>
                    <a:pt x="126" y="81"/>
                  </a:cubicBezTo>
                  <a:cubicBezTo>
                    <a:pt x="122" y="81"/>
                    <a:pt x="119" y="81"/>
                    <a:pt x="116" y="82"/>
                  </a:cubicBezTo>
                  <a:cubicBezTo>
                    <a:pt x="116" y="76"/>
                    <a:pt x="116" y="70"/>
                    <a:pt x="116" y="64"/>
                  </a:cubicBezTo>
                  <a:cubicBezTo>
                    <a:pt x="116" y="57"/>
                    <a:pt x="117" y="49"/>
                    <a:pt x="117" y="42"/>
                  </a:cubicBezTo>
                  <a:cubicBezTo>
                    <a:pt x="118" y="34"/>
                    <a:pt x="118" y="27"/>
                    <a:pt x="118" y="20"/>
                  </a:cubicBezTo>
                  <a:cubicBezTo>
                    <a:pt x="118" y="14"/>
                    <a:pt x="119" y="8"/>
                    <a:pt x="118" y="3"/>
                  </a:cubicBezTo>
                  <a:close/>
                  <a:moveTo>
                    <a:pt x="16" y="59"/>
                  </a:moveTo>
                  <a:cubicBezTo>
                    <a:pt x="16" y="59"/>
                    <a:pt x="16" y="59"/>
                    <a:pt x="16" y="59"/>
                  </a:cubicBezTo>
                  <a:cubicBezTo>
                    <a:pt x="17" y="66"/>
                    <a:pt x="17" y="73"/>
                    <a:pt x="17" y="81"/>
                  </a:cubicBezTo>
                  <a:cubicBezTo>
                    <a:pt x="16" y="82"/>
                    <a:pt x="16" y="84"/>
                    <a:pt x="16" y="86"/>
                  </a:cubicBezTo>
                  <a:cubicBezTo>
                    <a:pt x="14" y="86"/>
                    <a:pt x="12" y="86"/>
                    <a:pt x="11" y="86"/>
                  </a:cubicBezTo>
                  <a:cubicBezTo>
                    <a:pt x="7" y="85"/>
                    <a:pt x="3" y="85"/>
                    <a:pt x="0" y="85"/>
                  </a:cubicBezTo>
                  <a:cubicBezTo>
                    <a:pt x="2" y="70"/>
                    <a:pt x="2" y="54"/>
                    <a:pt x="1" y="39"/>
                  </a:cubicBezTo>
                  <a:cubicBezTo>
                    <a:pt x="0" y="26"/>
                    <a:pt x="0" y="13"/>
                    <a:pt x="0" y="0"/>
                  </a:cubicBezTo>
                  <a:cubicBezTo>
                    <a:pt x="3" y="0"/>
                    <a:pt x="6" y="0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5" y="4"/>
                    <a:pt x="15" y="8"/>
                    <a:pt x="16" y="13"/>
                  </a:cubicBezTo>
                  <a:cubicBezTo>
                    <a:pt x="16" y="18"/>
                    <a:pt x="16" y="23"/>
                    <a:pt x="16" y="28"/>
                  </a:cubicBezTo>
                  <a:cubicBezTo>
                    <a:pt x="16" y="38"/>
                    <a:pt x="16" y="48"/>
                    <a:pt x="16" y="59"/>
                  </a:cubicBezTo>
                  <a:close/>
                  <a:moveTo>
                    <a:pt x="65" y="20"/>
                  </a:moveTo>
                  <a:cubicBezTo>
                    <a:pt x="65" y="20"/>
                    <a:pt x="65" y="20"/>
                    <a:pt x="65" y="20"/>
                  </a:cubicBezTo>
                  <a:cubicBezTo>
                    <a:pt x="65" y="28"/>
                    <a:pt x="66" y="36"/>
                    <a:pt x="67" y="44"/>
                  </a:cubicBezTo>
                  <a:cubicBezTo>
                    <a:pt x="68" y="58"/>
                    <a:pt x="68" y="72"/>
                    <a:pt x="69" y="86"/>
                  </a:cubicBezTo>
                  <a:cubicBezTo>
                    <a:pt x="57" y="86"/>
                    <a:pt x="46" y="86"/>
                    <a:pt x="34" y="86"/>
                  </a:cubicBezTo>
                  <a:cubicBezTo>
                    <a:pt x="30" y="86"/>
                    <a:pt x="26" y="86"/>
                    <a:pt x="22" y="86"/>
                  </a:cubicBezTo>
                  <a:cubicBezTo>
                    <a:pt x="23" y="83"/>
                    <a:pt x="23" y="81"/>
                    <a:pt x="23" y="79"/>
                  </a:cubicBezTo>
                  <a:cubicBezTo>
                    <a:pt x="24" y="71"/>
                    <a:pt x="23" y="64"/>
                    <a:pt x="22" y="56"/>
                  </a:cubicBezTo>
                  <a:cubicBezTo>
                    <a:pt x="22" y="47"/>
                    <a:pt x="22" y="37"/>
                    <a:pt x="22" y="28"/>
                  </a:cubicBezTo>
                  <a:cubicBezTo>
                    <a:pt x="21" y="23"/>
                    <a:pt x="21" y="18"/>
                    <a:pt x="21" y="14"/>
                  </a:cubicBezTo>
                  <a:cubicBezTo>
                    <a:pt x="20" y="9"/>
                    <a:pt x="19" y="5"/>
                    <a:pt x="18" y="1"/>
                  </a:cubicBezTo>
                  <a:cubicBezTo>
                    <a:pt x="22" y="1"/>
                    <a:pt x="26" y="2"/>
                    <a:pt x="30" y="3"/>
                  </a:cubicBezTo>
                  <a:cubicBezTo>
                    <a:pt x="41" y="5"/>
                    <a:pt x="54" y="5"/>
                    <a:pt x="66" y="4"/>
                  </a:cubicBezTo>
                  <a:cubicBezTo>
                    <a:pt x="65" y="10"/>
                    <a:pt x="65" y="15"/>
                    <a:pt x="65" y="20"/>
                  </a:cubicBezTo>
                  <a:close/>
                  <a:moveTo>
                    <a:pt x="109" y="82"/>
                  </a:moveTo>
                  <a:cubicBezTo>
                    <a:pt x="109" y="82"/>
                    <a:pt x="109" y="82"/>
                    <a:pt x="109" y="82"/>
                  </a:cubicBezTo>
                  <a:cubicBezTo>
                    <a:pt x="99" y="84"/>
                    <a:pt x="89" y="85"/>
                    <a:pt x="79" y="86"/>
                  </a:cubicBezTo>
                  <a:cubicBezTo>
                    <a:pt x="78" y="86"/>
                    <a:pt x="77" y="86"/>
                    <a:pt x="76" y="86"/>
                  </a:cubicBezTo>
                  <a:cubicBezTo>
                    <a:pt x="76" y="72"/>
                    <a:pt x="76" y="59"/>
                    <a:pt x="75" y="45"/>
                  </a:cubicBezTo>
                  <a:cubicBezTo>
                    <a:pt x="73" y="31"/>
                    <a:pt x="72" y="17"/>
                    <a:pt x="71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4" y="3"/>
                    <a:pt x="77" y="2"/>
                    <a:pt x="81" y="2"/>
                  </a:cubicBezTo>
                  <a:cubicBezTo>
                    <a:pt x="84" y="2"/>
                    <a:pt x="88" y="2"/>
                    <a:pt x="91" y="3"/>
                  </a:cubicBezTo>
                  <a:cubicBezTo>
                    <a:pt x="99" y="3"/>
                    <a:pt x="106" y="3"/>
                    <a:pt x="113" y="3"/>
                  </a:cubicBezTo>
                  <a:cubicBezTo>
                    <a:pt x="112" y="8"/>
                    <a:pt x="112" y="13"/>
                    <a:pt x="112" y="19"/>
                  </a:cubicBezTo>
                  <a:cubicBezTo>
                    <a:pt x="112" y="26"/>
                    <a:pt x="111" y="34"/>
                    <a:pt x="111" y="42"/>
                  </a:cubicBezTo>
                  <a:cubicBezTo>
                    <a:pt x="111" y="55"/>
                    <a:pt x="109" y="69"/>
                    <a:pt x="109" y="8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1" name="ïśḷiḓé">
              <a:extLst>
                <a:ext uri="{FF2B5EF4-FFF2-40B4-BE49-F238E27FC236}">
                  <a16:creationId xmlns:a16="http://schemas.microsoft.com/office/drawing/2014/main" id="{0952F1C5-1244-4727-B757-7E74244ECF9D}"/>
                </a:ext>
              </a:extLst>
            </p:cNvPr>
            <p:cNvSpPr/>
            <p:nvPr/>
          </p:nvSpPr>
          <p:spPr bwMode="auto">
            <a:xfrm>
              <a:off x="5000353" y="4292645"/>
              <a:ext cx="50814" cy="599590"/>
            </a:xfrm>
            <a:custGeom>
              <a:avLst/>
              <a:gdLst>
                <a:gd name="T0" fmla="*/ 5 w 7"/>
                <a:gd name="T1" fmla="*/ 0 h 85"/>
                <a:gd name="T2" fmla="*/ 7 w 7"/>
                <a:gd name="T3" fmla="*/ 85 h 85"/>
                <a:gd name="T4" fmla="*/ 0 w 7"/>
                <a:gd name="T5" fmla="*/ 85 h 85"/>
                <a:gd name="T6" fmla="*/ 1 w 7"/>
                <a:gd name="T7" fmla="*/ 39 h 85"/>
                <a:gd name="T8" fmla="*/ 0 w 7"/>
                <a:gd name="T9" fmla="*/ 0 h 85"/>
                <a:gd name="T10" fmla="*/ 5 w 7"/>
                <a:gd name="T1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85">
                  <a:moveTo>
                    <a:pt x="5" y="0"/>
                  </a:moveTo>
                  <a:cubicBezTo>
                    <a:pt x="6" y="31"/>
                    <a:pt x="6" y="62"/>
                    <a:pt x="7" y="85"/>
                  </a:cubicBezTo>
                  <a:cubicBezTo>
                    <a:pt x="4" y="85"/>
                    <a:pt x="2" y="85"/>
                    <a:pt x="0" y="85"/>
                  </a:cubicBezTo>
                  <a:cubicBezTo>
                    <a:pt x="2" y="70"/>
                    <a:pt x="2" y="54"/>
                    <a:pt x="1" y="39"/>
                  </a:cubicBezTo>
                  <a:cubicBezTo>
                    <a:pt x="0" y="26"/>
                    <a:pt x="0" y="13"/>
                    <a:pt x="0" y="0"/>
                  </a:cubicBezTo>
                  <a:cubicBezTo>
                    <a:pt x="2" y="0"/>
                    <a:pt x="4" y="0"/>
                    <a:pt x="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2" name="ïşḷîde">
              <a:extLst>
                <a:ext uri="{FF2B5EF4-FFF2-40B4-BE49-F238E27FC236}">
                  <a16:creationId xmlns:a16="http://schemas.microsoft.com/office/drawing/2014/main" id="{B2C70227-CEE0-4369-836D-84572943775C}"/>
                </a:ext>
              </a:extLst>
            </p:cNvPr>
            <p:cNvSpPr/>
            <p:nvPr/>
          </p:nvSpPr>
          <p:spPr bwMode="auto">
            <a:xfrm>
              <a:off x="4261876" y="5291959"/>
              <a:ext cx="3590759" cy="457315"/>
            </a:xfrm>
            <a:custGeom>
              <a:avLst/>
              <a:gdLst>
                <a:gd name="T0" fmla="*/ 386 w 510"/>
                <a:gd name="T1" fmla="*/ 6 h 65"/>
                <a:gd name="T2" fmla="*/ 386 w 510"/>
                <a:gd name="T3" fmla="*/ 6 h 65"/>
                <a:gd name="T4" fmla="*/ 410 w 510"/>
                <a:gd name="T5" fmla="*/ 6 h 65"/>
                <a:gd name="T6" fmla="*/ 435 w 510"/>
                <a:gd name="T7" fmla="*/ 6 h 65"/>
                <a:gd name="T8" fmla="*/ 460 w 510"/>
                <a:gd name="T9" fmla="*/ 3 h 65"/>
                <a:gd name="T10" fmla="*/ 483 w 510"/>
                <a:gd name="T11" fmla="*/ 0 h 65"/>
                <a:gd name="T12" fmla="*/ 486 w 510"/>
                <a:gd name="T13" fmla="*/ 1 h 65"/>
                <a:gd name="T14" fmla="*/ 499 w 510"/>
                <a:gd name="T15" fmla="*/ 8 h 65"/>
                <a:gd name="T16" fmla="*/ 510 w 510"/>
                <a:gd name="T17" fmla="*/ 33 h 65"/>
                <a:gd name="T18" fmla="*/ 496 w 510"/>
                <a:gd name="T19" fmla="*/ 53 h 65"/>
                <a:gd name="T20" fmla="*/ 477 w 510"/>
                <a:gd name="T21" fmla="*/ 55 h 65"/>
                <a:gd name="T22" fmla="*/ 462 w 510"/>
                <a:gd name="T23" fmla="*/ 58 h 65"/>
                <a:gd name="T24" fmla="*/ 447 w 510"/>
                <a:gd name="T25" fmla="*/ 57 h 65"/>
                <a:gd name="T26" fmla="*/ 414 w 510"/>
                <a:gd name="T27" fmla="*/ 57 h 65"/>
                <a:gd name="T28" fmla="*/ 347 w 510"/>
                <a:gd name="T29" fmla="*/ 58 h 65"/>
                <a:gd name="T30" fmla="*/ 314 w 510"/>
                <a:gd name="T31" fmla="*/ 56 h 65"/>
                <a:gd name="T32" fmla="*/ 280 w 510"/>
                <a:gd name="T33" fmla="*/ 59 h 65"/>
                <a:gd name="T34" fmla="*/ 213 w 510"/>
                <a:gd name="T35" fmla="*/ 64 h 65"/>
                <a:gd name="T36" fmla="*/ 154 w 510"/>
                <a:gd name="T37" fmla="*/ 63 h 65"/>
                <a:gd name="T38" fmla="*/ 124 w 510"/>
                <a:gd name="T39" fmla="*/ 62 h 65"/>
                <a:gd name="T40" fmla="*/ 94 w 510"/>
                <a:gd name="T41" fmla="*/ 64 h 65"/>
                <a:gd name="T42" fmla="*/ 81 w 510"/>
                <a:gd name="T43" fmla="*/ 65 h 65"/>
                <a:gd name="T44" fmla="*/ 36 w 510"/>
                <a:gd name="T45" fmla="*/ 61 h 65"/>
                <a:gd name="T46" fmla="*/ 4 w 510"/>
                <a:gd name="T47" fmla="*/ 43 h 65"/>
                <a:gd name="T48" fmla="*/ 21 w 510"/>
                <a:gd name="T49" fmla="*/ 10 h 65"/>
                <a:gd name="T50" fmla="*/ 44 w 510"/>
                <a:gd name="T51" fmla="*/ 9 h 65"/>
                <a:gd name="T52" fmla="*/ 64 w 510"/>
                <a:gd name="T53" fmla="*/ 8 h 65"/>
                <a:gd name="T54" fmla="*/ 86 w 510"/>
                <a:gd name="T55" fmla="*/ 9 h 65"/>
                <a:gd name="T56" fmla="*/ 118 w 510"/>
                <a:gd name="T57" fmla="*/ 9 h 65"/>
                <a:gd name="T58" fmla="*/ 151 w 510"/>
                <a:gd name="T59" fmla="*/ 7 h 65"/>
                <a:gd name="T60" fmla="*/ 219 w 510"/>
                <a:gd name="T61" fmla="*/ 6 h 65"/>
                <a:gd name="T62" fmla="*/ 286 w 510"/>
                <a:gd name="T63" fmla="*/ 6 h 65"/>
                <a:gd name="T64" fmla="*/ 335 w 510"/>
                <a:gd name="T65" fmla="*/ 6 h 65"/>
                <a:gd name="T66" fmla="*/ 386 w 510"/>
                <a:gd name="T67" fmla="*/ 6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10" h="65">
                  <a:moveTo>
                    <a:pt x="386" y="6"/>
                  </a:moveTo>
                  <a:cubicBezTo>
                    <a:pt x="386" y="6"/>
                    <a:pt x="386" y="6"/>
                    <a:pt x="386" y="6"/>
                  </a:cubicBezTo>
                  <a:cubicBezTo>
                    <a:pt x="394" y="6"/>
                    <a:pt x="402" y="6"/>
                    <a:pt x="410" y="6"/>
                  </a:cubicBezTo>
                  <a:cubicBezTo>
                    <a:pt x="419" y="6"/>
                    <a:pt x="427" y="6"/>
                    <a:pt x="435" y="6"/>
                  </a:cubicBezTo>
                  <a:cubicBezTo>
                    <a:pt x="444" y="5"/>
                    <a:pt x="452" y="4"/>
                    <a:pt x="460" y="3"/>
                  </a:cubicBezTo>
                  <a:cubicBezTo>
                    <a:pt x="468" y="1"/>
                    <a:pt x="475" y="0"/>
                    <a:pt x="483" y="0"/>
                  </a:cubicBezTo>
                  <a:cubicBezTo>
                    <a:pt x="484" y="0"/>
                    <a:pt x="485" y="1"/>
                    <a:pt x="486" y="1"/>
                  </a:cubicBezTo>
                  <a:cubicBezTo>
                    <a:pt x="490" y="3"/>
                    <a:pt x="495" y="5"/>
                    <a:pt x="499" y="8"/>
                  </a:cubicBezTo>
                  <a:cubicBezTo>
                    <a:pt x="507" y="15"/>
                    <a:pt x="510" y="24"/>
                    <a:pt x="510" y="33"/>
                  </a:cubicBezTo>
                  <a:cubicBezTo>
                    <a:pt x="509" y="41"/>
                    <a:pt x="504" y="49"/>
                    <a:pt x="496" y="53"/>
                  </a:cubicBezTo>
                  <a:cubicBezTo>
                    <a:pt x="491" y="55"/>
                    <a:pt x="483" y="55"/>
                    <a:pt x="477" y="55"/>
                  </a:cubicBezTo>
                  <a:cubicBezTo>
                    <a:pt x="472" y="56"/>
                    <a:pt x="467" y="56"/>
                    <a:pt x="462" y="58"/>
                  </a:cubicBezTo>
                  <a:cubicBezTo>
                    <a:pt x="457" y="57"/>
                    <a:pt x="452" y="57"/>
                    <a:pt x="447" y="57"/>
                  </a:cubicBezTo>
                  <a:cubicBezTo>
                    <a:pt x="436" y="57"/>
                    <a:pt x="425" y="57"/>
                    <a:pt x="414" y="57"/>
                  </a:cubicBezTo>
                  <a:cubicBezTo>
                    <a:pt x="391" y="58"/>
                    <a:pt x="369" y="59"/>
                    <a:pt x="347" y="58"/>
                  </a:cubicBezTo>
                  <a:cubicBezTo>
                    <a:pt x="336" y="57"/>
                    <a:pt x="325" y="56"/>
                    <a:pt x="314" y="56"/>
                  </a:cubicBezTo>
                  <a:cubicBezTo>
                    <a:pt x="302" y="56"/>
                    <a:pt x="291" y="58"/>
                    <a:pt x="280" y="59"/>
                  </a:cubicBezTo>
                  <a:cubicBezTo>
                    <a:pt x="258" y="61"/>
                    <a:pt x="235" y="63"/>
                    <a:pt x="213" y="64"/>
                  </a:cubicBezTo>
                  <a:cubicBezTo>
                    <a:pt x="193" y="64"/>
                    <a:pt x="173" y="64"/>
                    <a:pt x="154" y="63"/>
                  </a:cubicBezTo>
                  <a:cubicBezTo>
                    <a:pt x="144" y="63"/>
                    <a:pt x="134" y="62"/>
                    <a:pt x="124" y="62"/>
                  </a:cubicBezTo>
                  <a:cubicBezTo>
                    <a:pt x="114" y="62"/>
                    <a:pt x="104" y="63"/>
                    <a:pt x="94" y="64"/>
                  </a:cubicBezTo>
                  <a:cubicBezTo>
                    <a:pt x="90" y="64"/>
                    <a:pt x="85" y="65"/>
                    <a:pt x="81" y="65"/>
                  </a:cubicBezTo>
                  <a:cubicBezTo>
                    <a:pt x="66" y="62"/>
                    <a:pt x="51" y="63"/>
                    <a:pt x="36" y="61"/>
                  </a:cubicBezTo>
                  <a:cubicBezTo>
                    <a:pt x="24" y="59"/>
                    <a:pt x="9" y="55"/>
                    <a:pt x="4" y="43"/>
                  </a:cubicBezTo>
                  <a:cubicBezTo>
                    <a:pt x="0" y="30"/>
                    <a:pt x="8" y="14"/>
                    <a:pt x="21" y="10"/>
                  </a:cubicBezTo>
                  <a:cubicBezTo>
                    <a:pt x="28" y="8"/>
                    <a:pt x="36" y="9"/>
                    <a:pt x="44" y="9"/>
                  </a:cubicBezTo>
                  <a:cubicBezTo>
                    <a:pt x="50" y="9"/>
                    <a:pt x="58" y="10"/>
                    <a:pt x="64" y="8"/>
                  </a:cubicBezTo>
                  <a:cubicBezTo>
                    <a:pt x="71" y="9"/>
                    <a:pt x="78" y="9"/>
                    <a:pt x="86" y="9"/>
                  </a:cubicBezTo>
                  <a:cubicBezTo>
                    <a:pt x="97" y="9"/>
                    <a:pt x="107" y="9"/>
                    <a:pt x="118" y="9"/>
                  </a:cubicBezTo>
                  <a:cubicBezTo>
                    <a:pt x="129" y="9"/>
                    <a:pt x="140" y="8"/>
                    <a:pt x="151" y="7"/>
                  </a:cubicBezTo>
                  <a:cubicBezTo>
                    <a:pt x="174" y="5"/>
                    <a:pt x="196" y="6"/>
                    <a:pt x="219" y="6"/>
                  </a:cubicBezTo>
                  <a:cubicBezTo>
                    <a:pt x="241" y="6"/>
                    <a:pt x="263" y="7"/>
                    <a:pt x="286" y="6"/>
                  </a:cubicBezTo>
                  <a:cubicBezTo>
                    <a:pt x="302" y="6"/>
                    <a:pt x="319" y="6"/>
                    <a:pt x="335" y="6"/>
                  </a:cubicBezTo>
                  <a:cubicBezTo>
                    <a:pt x="352" y="6"/>
                    <a:pt x="369" y="6"/>
                    <a:pt x="386" y="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3" name="íŝḻíḍè">
              <a:extLst>
                <a:ext uri="{FF2B5EF4-FFF2-40B4-BE49-F238E27FC236}">
                  <a16:creationId xmlns:a16="http://schemas.microsoft.com/office/drawing/2014/main" id="{41B3C2E6-EBFA-47F1-A53A-3F98FF4D79EA}"/>
                </a:ext>
              </a:extLst>
            </p:cNvPr>
            <p:cNvSpPr/>
            <p:nvPr/>
          </p:nvSpPr>
          <p:spPr bwMode="auto">
            <a:xfrm>
              <a:off x="4908889" y="5291959"/>
              <a:ext cx="2943746" cy="450540"/>
            </a:xfrm>
            <a:custGeom>
              <a:avLst/>
              <a:gdLst>
                <a:gd name="T0" fmla="*/ 294 w 418"/>
                <a:gd name="T1" fmla="*/ 6 h 64"/>
                <a:gd name="T2" fmla="*/ 294 w 418"/>
                <a:gd name="T3" fmla="*/ 6 h 64"/>
                <a:gd name="T4" fmla="*/ 318 w 418"/>
                <a:gd name="T5" fmla="*/ 6 h 64"/>
                <a:gd name="T6" fmla="*/ 343 w 418"/>
                <a:gd name="T7" fmla="*/ 6 h 64"/>
                <a:gd name="T8" fmla="*/ 368 w 418"/>
                <a:gd name="T9" fmla="*/ 3 h 64"/>
                <a:gd name="T10" fmla="*/ 391 w 418"/>
                <a:gd name="T11" fmla="*/ 0 h 64"/>
                <a:gd name="T12" fmla="*/ 394 w 418"/>
                <a:gd name="T13" fmla="*/ 1 h 64"/>
                <a:gd name="T14" fmla="*/ 407 w 418"/>
                <a:gd name="T15" fmla="*/ 8 h 64"/>
                <a:gd name="T16" fmla="*/ 418 w 418"/>
                <a:gd name="T17" fmla="*/ 33 h 64"/>
                <a:gd name="T18" fmla="*/ 404 w 418"/>
                <a:gd name="T19" fmla="*/ 53 h 64"/>
                <a:gd name="T20" fmla="*/ 385 w 418"/>
                <a:gd name="T21" fmla="*/ 55 h 64"/>
                <a:gd name="T22" fmla="*/ 370 w 418"/>
                <a:gd name="T23" fmla="*/ 58 h 64"/>
                <a:gd name="T24" fmla="*/ 355 w 418"/>
                <a:gd name="T25" fmla="*/ 57 h 64"/>
                <a:gd name="T26" fmla="*/ 322 w 418"/>
                <a:gd name="T27" fmla="*/ 57 h 64"/>
                <a:gd name="T28" fmla="*/ 255 w 418"/>
                <a:gd name="T29" fmla="*/ 58 h 64"/>
                <a:gd name="T30" fmla="*/ 222 w 418"/>
                <a:gd name="T31" fmla="*/ 56 h 64"/>
                <a:gd name="T32" fmla="*/ 188 w 418"/>
                <a:gd name="T33" fmla="*/ 59 h 64"/>
                <a:gd name="T34" fmla="*/ 121 w 418"/>
                <a:gd name="T35" fmla="*/ 64 h 64"/>
                <a:gd name="T36" fmla="*/ 62 w 418"/>
                <a:gd name="T37" fmla="*/ 63 h 64"/>
                <a:gd name="T38" fmla="*/ 32 w 418"/>
                <a:gd name="T39" fmla="*/ 62 h 64"/>
                <a:gd name="T40" fmla="*/ 27 w 418"/>
                <a:gd name="T41" fmla="*/ 62 h 64"/>
                <a:gd name="T42" fmla="*/ 243 w 418"/>
                <a:gd name="T43" fmla="*/ 6 h 64"/>
                <a:gd name="T44" fmla="*/ 294 w 418"/>
                <a:gd name="T45" fmla="*/ 6 h 64"/>
                <a:gd name="T46" fmla="*/ 17 w 418"/>
                <a:gd name="T47" fmla="*/ 63 h 64"/>
                <a:gd name="T48" fmla="*/ 2 w 418"/>
                <a:gd name="T49" fmla="*/ 64 h 64"/>
                <a:gd name="T50" fmla="*/ 0 w 418"/>
                <a:gd name="T51" fmla="*/ 64 h 64"/>
                <a:gd name="T52" fmla="*/ 17 w 418"/>
                <a:gd name="T53" fmla="*/ 6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18" h="64">
                  <a:moveTo>
                    <a:pt x="294" y="6"/>
                  </a:moveTo>
                  <a:cubicBezTo>
                    <a:pt x="294" y="6"/>
                    <a:pt x="294" y="6"/>
                    <a:pt x="294" y="6"/>
                  </a:cubicBezTo>
                  <a:cubicBezTo>
                    <a:pt x="302" y="6"/>
                    <a:pt x="310" y="6"/>
                    <a:pt x="318" y="6"/>
                  </a:cubicBezTo>
                  <a:cubicBezTo>
                    <a:pt x="327" y="6"/>
                    <a:pt x="335" y="6"/>
                    <a:pt x="343" y="6"/>
                  </a:cubicBezTo>
                  <a:cubicBezTo>
                    <a:pt x="352" y="5"/>
                    <a:pt x="360" y="4"/>
                    <a:pt x="368" y="3"/>
                  </a:cubicBezTo>
                  <a:cubicBezTo>
                    <a:pt x="376" y="1"/>
                    <a:pt x="383" y="0"/>
                    <a:pt x="391" y="0"/>
                  </a:cubicBezTo>
                  <a:cubicBezTo>
                    <a:pt x="392" y="0"/>
                    <a:pt x="393" y="1"/>
                    <a:pt x="394" y="1"/>
                  </a:cubicBezTo>
                  <a:cubicBezTo>
                    <a:pt x="398" y="3"/>
                    <a:pt x="403" y="5"/>
                    <a:pt x="407" y="8"/>
                  </a:cubicBezTo>
                  <a:cubicBezTo>
                    <a:pt x="415" y="15"/>
                    <a:pt x="418" y="24"/>
                    <a:pt x="418" y="33"/>
                  </a:cubicBezTo>
                  <a:cubicBezTo>
                    <a:pt x="417" y="41"/>
                    <a:pt x="412" y="49"/>
                    <a:pt x="404" y="53"/>
                  </a:cubicBezTo>
                  <a:cubicBezTo>
                    <a:pt x="399" y="55"/>
                    <a:pt x="391" y="55"/>
                    <a:pt x="385" y="55"/>
                  </a:cubicBezTo>
                  <a:cubicBezTo>
                    <a:pt x="380" y="56"/>
                    <a:pt x="375" y="56"/>
                    <a:pt x="370" y="58"/>
                  </a:cubicBezTo>
                  <a:cubicBezTo>
                    <a:pt x="365" y="57"/>
                    <a:pt x="360" y="57"/>
                    <a:pt x="355" y="57"/>
                  </a:cubicBezTo>
                  <a:cubicBezTo>
                    <a:pt x="344" y="57"/>
                    <a:pt x="333" y="57"/>
                    <a:pt x="322" y="57"/>
                  </a:cubicBezTo>
                  <a:cubicBezTo>
                    <a:pt x="299" y="58"/>
                    <a:pt x="277" y="59"/>
                    <a:pt x="255" y="58"/>
                  </a:cubicBezTo>
                  <a:cubicBezTo>
                    <a:pt x="244" y="57"/>
                    <a:pt x="233" y="56"/>
                    <a:pt x="222" y="56"/>
                  </a:cubicBezTo>
                  <a:cubicBezTo>
                    <a:pt x="210" y="56"/>
                    <a:pt x="199" y="58"/>
                    <a:pt x="188" y="59"/>
                  </a:cubicBezTo>
                  <a:cubicBezTo>
                    <a:pt x="166" y="61"/>
                    <a:pt x="143" y="63"/>
                    <a:pt x="121" y="64"/>
                  </a:cubicBezTo>
                  <a:cubicBezTo>
                    <a:pt x="101" y="64"/>
                    <a:pt x="81" y="64"/>
                    <a:pt x="62" y="63"/>
                  </a:cubicBezTo>
                  <a:cubicBezTo>
                    <a:pt x="52" y="63"/>
                    <a:pt x="42" y="62"/>
                    <a:pt x="32" y="62"/>
                  </a:cubicBezTo>
                  <a:cubicBezTo>
                    <a:pt x="31" y="62"/>
                    <a:pt x="29" y="62"/>
                    <a:pt x="27" y="62"/>
                  </a:cubicBezTo>
                  <a:cubicBezTo>
                    <a:pt x="187" y="54"/>
                    <a:pt x="243" y="6"/>
                    <a:pt x="243" y="6"/>
                  </a:cubicBezTo>
                  <a:cubicBezTo>
                    <a:pt x="260" y="6"/>
                    <a:pt x="277" y="6"/>
                    <a:pt x="294" y="6"/>
                  </a:cubicBezTo>
                  <a:close/>
                  <a:moveTo>
                    <a:pt x="17" y="63"/>
                  </a:moveTo>
                  <a:cubicBezTo>
                    <a:pt x="12" y="63"/>
                    <a:pt x="7" y="64"/>
                    <a:pt x="2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5" y="63"/>
                    <a:pt x="11" y="63"/>
                    <a:pt x="17" y="6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4" name="í$líḓe">
              <a:extLst>
                <a:ext uri="{FF2B5EF4-FFF2-40B4-BE49-F238E27FC236}">
                  <a16:creationId xmlns:a16="http://schemas.microsoft.com/office/drawing/2014/main" id="{19287806-F617-4535-A1AD-BCA0F07A9757}"/>
                </a:ext>
              </a:extLst>
            </p:cNvPr>
            <p:cNvSpPr/>
            <p:nvPr/>
          </p:nvSpPr>
          <p:spPr bwMode="auto">
            <a:xfrm>
              <a:off x="3784237" y="4482345"/>
              <a:ext cx="464090" cy="392951"/>
            </a:xfrm>
            <a:custGeom>
              <a:avLst/>
              <a:gdLst>
                <a:gd name="T0" fmla="*/ 64 w 66"/>
                <a:gd name="T1" fmla="*/ 39 h 56"/>
                <a:gd name="T2" fmla="*/ 64 w 66"/>
                <a:gd name="T3" fmla="*/ 39 h 56"/>
                <a:gd name="T4" fmla="*/ 61 w 66"/>
                <a:gd name="T5" fmla="*/ 51 h 56"/>
                <a:gd name="T6" fmla="*/ 58 w 66"/>
                <a:gd name="T7" fmla="*/ 56 h 56"/>
                <a:gd name="T8" fmla="*/ 50 w 66"/>
                <a:gd name="T9" fmla="*/ 55 h 56"/>
                <a:gd name="T10" fmla="*/ 49 w 66"/>
                <a:gd name="T11" fmla="*/ 54 h 56"/>
                <a:gd name="T12" fmla="*/ 50 w 66"/>
                <a:gd name="T13" fmla="*/ 54 h 56"/>
                <a:gd name="T14" fmla="*/ 52 w 66"/>
                <a:gd name="T15" fmla="*/ 49 h 56"/>
                <a:gd name="T16" fmla="*/ 59 w 66"/>
                <a:gd name="T17" fmla="*/ 31 h 56"/>
                <a:gd name="T18" fmla="*/ 48 w 66"/>
                <a:gd name="T19" fmla="*/ 14 h 56"/>
                <a:gd name="T20" fmla="*/ 28 w 66"/>
                <a:gd name="T21" fmla="*/ 12 h 56"/>
                <a:gd name="T22" fmla="*/ 13 w 66"/>
                <a:gd name="T23" fmla="*/ 27 h 56"/>
                <a:gd name="T24" fmla="*/ 9 w 66"/>
                <a:gd name="T25" fmla="*/ 37 h 56"/>
                <a:gd name="T26" fmla="*/ 7 w 66"/>
                <a:gd name="T27" fmla="*/ 42 h 56"/>
                <a:gd name="T28" fmla="*/ 6 w 66"/>
                <a:gd name="T29" fmla="*/ 44 h 56"/>
                <a:gd name="T30" fmla="*/ 3 w 66"/>
                <a:gd name="T31" fmla="*/ 45 h 56"/>
                <a:gd name="T32" fmla="*/ 1 w 66"/>
                <a:gd name="T33" fmla="*/ 44 h 56"/>
                <a:gd name="T34" fmla="*/ 1 w 66"/>
                <a:gd name="T35" fmla="*/ 44 h 56"/>
                <a:gd name="T36" fmla="*/ 1 w 66"/>
                <a:gd name="T37" fmla="*/ 43 h 56"/>
                <a:gd name="T38" fmla="*/ 0 w 66"/>
                <a:gd name="T39" fmla="*/ 43 h 56"/>
                <a:gd name="T40" fmla="*/ 0 w 66"/>
                <a:gd name="T41" fmla="*/ 43 h 56"/>
                <a:gd name="T42" fmla="*/ 0 w 66"/>
                <a:gd name="T43" fmla="*/ 41 h 56"/>
                <a:gd name="T44" fmla="*/ 0 w 66"/>
                <a:gd name="T45" fmla="*/ 39 h 56"/>
                <a:gd name="T46" fmla="*/ 0 w 66"/>
                <a:gd name="T47" fmla="*/ 39 h 56"/>
                <a:gd name="T48" fmla="*/ 0 w 66"/>
                <a:gd name="T49" fmla="*/ 37 h 56"/>
                <a:gd name="T50" fmla="*/ 2 w 66"/>
                <a:gd name="T51" fmla="*/ 33 h 56"/>
                <a:gd name="T52" fmla="*/ 4 w 66"/>
                <a:gd name="T53" fmla="*/ 26 h 56"/>
                <a:gd name="T54" fmla="*/ 10 w 66"/>
                <a:gd name="T55" fmla="*/ 11 h 56"/>
                <a:gd name="T56" fmla="*/ 12 w 66"/>
                <a:gd name="T57" fmla="*/ 8 h 56"/>
                <a:gd name="T58" fmla="*/ 12 w 66"/>
                <a:gd name="T59" fmla="*/ 7 h 56"/>
                <a:gd name="T60" fmla="*/ 19 w 66"/>
                <a:gd name="T61" fmla="*/ 2 h 56"/>
                <a:gd name="T62" fmla="*/ 28 w 66"/>
                <a:gd name="T63" fmla="*/ 1 h 56"/>
                <a:gd name="T64" fmla="*/ 47 w 66"/>
                <a:gd name="T65" fmla="*/ 4 h 56"/>
                <a:gd name="T66" fmla="*/ 64 w 66"/>
                <a:gd name="T6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6" h="56"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43"/>
                    <a:pt x="63" y="47"/>
                    <a:pt x="61" y="51"/>
                  </a:cubicBezTo>
                  <a:cubicBezTo>
                    <a:pt x="60" y="53"/>
                    <a:pt x="59" y="55"/>
                    <a:pt x="58" y="56"/>
                  </a:cubicBezTo>
                  <a:cubicBezTo>
                    <a:pt x="56" y="56"/>
                    <a:pt x="53" y="56"/>
                    <a:pt x="50" y="55"/>
                  </a:cubicBezTo>
                  <a:cubicBezTo>
                    <a:pt x="50" y="55"/>
                    <a:pt x="50" y="55"/>
                    <a:pt x="49" y="54"/>
                  </a:cubicBezTo>
                  <a:cubicBezTo>
                    <a:pt x="49" y="54"/>
                    <a:pt x="49" y="54"/>
                    <a:pt x="50" y="54"/>
                  </a:cubicBezTo>
                  <a:cubicBezTo>
                    <a:pt x="50" y="52"/>
                    <a:pt x="51" y="51"/>
                    <a:pt x="52" y="49"/>
                  </a:cubicBezTo>
                  <a:cubicBezTo>
                    <a:pt x="55" y="44"/>
                    <a:pt x="58" y="38"/>
                    <a:pt x="59" y="31"/>
                  </a:cubicBezTo>
                  <a:cubicBezTo>
                    <a:pt x="60" y="24"/>
                    <a:pt x="54" y="18"/>
                    <a:pt x="48" y="14"/>
                  </a:cubicBezTo>
                  <a:cubicBezTo>
                    <a:pt x="42" y="10"/>
                    <a:pt x="34" y="9"/>
                    <a:pt x="28" y="12"/>
                  </a:cubicBezTo>
                  <a:cubicBezTo>
                    <a:pt x="21" y="15"/>
                    <a:pt x="17" y="21"/>
                    <a:pt x="13" y="27"/>
                  </a:cubicBezTo>
                  <a:cubicBezTo>
                    <a:pt x="11" y="30"/>
                    <a:pt x="10" y="34"/>
                    <a:pt x="9" y="37"/>
                  </a:cubicBezTo>
                  <a:cubicBezTo>
                    <a:pt x="8" y="39"/>
                    <a:pt x="7" y="41"/>
                    <a:pt x="7" y="42"/>
                  </a:cubicBezTo>
                  <a:cubicBezTo>
                    <a:pt x="7" y="43"/>
                    <a:pt x="5" y="45"/>
                    <a:pt x="6" y="44"/>
                  </a:cubicBezTo>
                  <a:cubicBezTo>
                    <a:pt x="5" y="45"/>
                    <a:pt x="4" y="45"/>
                    <a:pt x="3" y="45"/>
                  </a:cubicBezTo>
                  <a:cubicBezTo>
                    <a:pt x="2" y="45"/>
                    <a:pt x="2" y="44"/>
                    <a:pt x="1" y="44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1" y="44"/>
                    <a:pt x="1" y="44"/>
                    <a:pt x="1" y="43"/>
                  </a:cubicBezTo>
                  <a:cubicBezTo>
                    <a:pt x="1" y="43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2"/>
                    <a:pt x="0" y="41"/>
                  </a:cubicBezTo>
                  <a:cubicBezTo>
                    <a:pt x="0" y="41"/>
                    <a:pt x="0" y="40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8"/>
                    <a:pt x="0" y="37"/>
                  </a:cubicBezTo>
                  <a:cubicBezTo>
                    <a:pt x="1" y="36"/>
                    <a:pt x="1" y="35"/>
                    <a:pt x="2" y="33"/>
                  </a:cubicBezTo>
                  <a:cubicBezTo>
                    <a:pt x="2" y="31"/>
                    <a:pt x="3" y="28"/>
                    <a:pt x="4" y="26"/>
                  </a:cubicBezTo>
                  <a:cubicBezTo>
                    <a:pt x="6" y="21"/>
                    <a:pt x="7" y="16"/>
                    <a:pt x="10" y="11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2" y="8"/>
                    <a:pt x="12" y="8"/>
                    <a:pt x="12" y="7"/>
                  </a:cubicBezTo>
                  <a:cubicBezTo>
                    <a:pt x="14" y="6"/>
                    <a:pt x="17" y="4"/>
                    <a:pt x="19" y="2"/>
                  </a:cubicBezTo>
                  <a:cubicBezTo>
                    <a:pt x="22" y="1"/>
                    <a:pt x="25" y="1"/>
                    <a:pt x="28" y="1"/>
                  </a:cubicBezTo>
                  <a:cubicBezTo>
                    <a:pt x="34" y="0"/>
                    <a:pt x="41" y="1"/>
                    <a:pt x="47" y="4"/>
                  </a:cubicBezTo>
                  <a:cubicBezTo>
                    <a:pt x="60" y="10"/>
                    <a:pt x="66" y="24"/>
                    <a:pt x="64" y="3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5" name="iSlïde">
              <a:extLst>
                <a:ext uri="{FF2B5EF4-FFF2-40B4-BE49-F238E27FC236}">
                  <a16:creationId xmlns:a16="http://schemas.microsoft.com/office/drawing/2014/main" id="{DD6B6F19-A3FB-4C31-992A-C5ABDCF23708}"/>
                </a:ext>
              </a:extLst>
            </p:cNvPr>
            <p:cNvSpPr/>
            <p:nvPr/>
          </p:nvSpPr>
          <p:spPr bwMode="auto">
            <a:xfrm>
              <a:off x="4072176" y="4495895"/>
              <a:ext cx="176150" cy="379401"/>
            </a:xfrm>
            <a:custGeom>
              <a:avLst/>
              <a:gdLst>
                <a:gd name="T0" fmla="*/ 23 w 25"/>
                <a:gd name="T1" fmla="*/ 37 h 54"/>
                <a:gd name="T2" fmla="*/ 23 w 25"/>
                <a:gd name="T3" fmla="*/ 37 h 54"/>
                <a:gd name="T4" fmla="*/ 20 w 25"/>
                <a:gd name="T5" fmla="*/ 49 h 54"/>
                <a:gd name="T6" fmla="*/ 17 w 25"/>
                <a:gd name="T7" fmla="*/ 54 h 54"/>
                <a:gd name="T8" fmla="*/ 9 w 25"/>
                <a:gd name="T9" fmla="*/ 53 h 54"/>
                <a:gd name="T10" fmla="*/ 8 w 25"/>
                <a:gd name="T11" fmla="*/ 52 h 54"/>
                <a:gd name="T12" fmla="*/ 9 w 25"/>
                <a:gd name="T13" fmla="*/ 52 h 54"/>
                <a:gd name="T14" fmla="*/ 11 w 25"/>
                <a:gd name="T15" fmla="*/ 47 h 54"/>
                <a:gd name="T16" fmla="*/ 18 w 25"/>
                <a:gd name="T17" fmla="*/ 29 h 54"/>
                <a:gd name="T18" fmla="*/ 7 w 25"/>
                <a:gd name="T19" fmla="*/ 12 h 54"/>
                <a:gd name="T20" fmla="*/ 0 w 25"/>
                <a:gd name="T21" fmla="*/ 9 h 54"/>
                <a:gd name="T22" fmla="*/ 2 w 25"/>
                <a:gd name="T23" fmla="*/ 0 h 54"/>
                <a:gd name="T24" fmla="*/ 6 w 25"/>
                <a:gd name="T25" fmla="*/ 2 h 54"/>
                <a:gd name="T26" fmla="*/ 23 w 25"/>
                <a:gd name="T27" fmla="*/ 3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54">
                  <a:moveTo>
                    <a:pt x="23" y="37"/>
                  </a:moveTo>
                  <a:cubicBezTo>
                    <a:pt x="23" y="37"/>
                    <a:pt x="23" y="37"/>
                    <a:pt x="23" y="37"/>
                  </a:cubicBezTo>
                  <a:cubicBezTo>
                    <a:pt x="23" y="41"/>
                    <a:pt x="22" y="45"/>
                    <a:pt x="20" y="49"/>
                  </a:cubicBezTo>
                  <a:cubicBezTo>
                    <a:pt x="19" y="51"/>
                    <a:pt x="18" y="53"/>
                    <a:pt x="17" y="54"/>
                  </a:cubicBezTo>
                  <a:cubicBezTo>
                    <a:pt x="15" y="54"/>
                    <a:pt x="12" y="54"/>
                    <a:pt x="9" y="53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8" y="52"/>
                    <a:pt x="8" y="52"/>
                    <a:pt x="9" y="52"/>
                  </a:cubicBezTo>
                  <a:cubicBezTo>
                    <a:pt x="9" y="50"/>
                    <a:pt x="10" y="49"/>
                    <a:pt x="11" y="47"/>
                  </a:cubicBezTo>
                  <a:cubicBezTo>
                    <a:pt x="14" y="42"/>
                    <a:pt x="17" y="36"/>
                    <a:pt x="18" y="29"/>
                  </a:cubicBezTo>
                  <a:cubicBezTo>
                    <a:pt x="19" y="22"/>
                    <a:pt x="13" y="16"/>
                    <a:pt x="7" y="12"/>
                  </a:cubicBezTo>
                  <a:cubicBezTo>
                    <a:pt x="5" y="10"/>
                    <a:pt x="2" y="9"/>
                    <a:pt x="0" y="9"/>
                  </a:cubicBezTo>
                  <a:cubicBezTo>
                    <a:pt x="1" y="6"/>
                    <a:pt x="1" y="3"/>
                    <a:pt x="2" y="0"/>
                  </a:cubicBezTo>
                  <a:cubicBezTo>
                    <a:pt x="4" y="1"/>
                    <a:pt x="5" y="1"/>
                    <a:pt x="6" y="2"/>
                  </a:cubicBezTo>
                  <a:cubicBezTo>
                    <a:pt x="19" y="8"/>
                    <a:pt x="25" y="22"/>
                    <a:pt x="23" y="37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6" name="ïšlîde">
              <a:extLst>
                <a:ext uri="{FF2B5EF4-FFF2-40B4-BE49-F238E27FC236}">
                  <a16:creationId xmlns:a16="http://schemas.microsoft.com/office/drawing/2014/main" id="{E436697E-D326-4D97-8C31-9DA4C310571A}"/>
                </a:ext>
              </a:extLst>
            </p:cNvPr>
            <p:cNvSpPr/>
            <p:nvPr/>
          </p:nvSpPr>
          <p:spPr bwMode="auto">
            <a:xfrm>
              <a:off x="6860094" y="5474884"/>
              <a:ext cx="0" cy="67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7" name="íśḷîḓe">
              <a:extLst>
                <a:ext uri="{FF2B5EF4-FFF2-40B4-BE49-F238E27FC236}">
                  <a16:creationId xmlns:a16="http://schemas.microsoft.com/office/drawing/2014/main" id="{23F48D8F-8E7A-4624-B51B-2F155259ECBB}"/>
                </a:ext>
              </a:extLst>
            </p:cNvPr>
            <p:cNvSpPr/>
            <p:nvPr/>
          </p:nvSpPr>
          <p:spPr bwMode="auto">
            <a:xfrm>
              <a:off x="6717819" y="5383422"/>
              <a:ext cx="247289" cy="230351"/>
            </a:xfrm>
            <a:custGeom>
              <a:avLst/>
              <a:gdLst>
                <a:gd name="T0" fmla="*/ 30 w 35"/>
                <a:gd name="T1" fmla="*/ 22 h 33"/>
                <a:gd name="T2" fmla="*/ 31 w 35"/>
                <a:gd name="T3" fmla="*/ 6 h 33"/>
                <a:gd name="T4" fmla="*/ 16 w 35"/>
                <a:gd name="T5" fmla="*/ 1 h 33"/>
                <a:gd name="T6" fmla="*/ 4 w 35"/>
                <a:gd name="T7" fmla="*/ 9 h 33"/>
                <a:gd name="T8" fmla="*/ 3 w 35"/>
                <a:gd name="T9" fmla="*/ 10 h 33"/>
                <a:gd name="T10" fmla="*/ 4 w 35"/>
                <a:gd name="T11" fmla="*/ 26 h 33"/>
                <a:gd name="T12" fmla="*/ 30 w 35"/>
                <a:gd name="T13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3">
                  <a:moveTo>
                    <a:pt x="30" y="22"/>
                  </a:moveTo>
                  <a:cubicBezTo>
                    <a:pt x="35" y="17"/>
                    <a:pt x="35" y="11"/>
                    <a:pt x="31" y="6"/>
                  </a:cubicBezTo>
                  <a:cubicBezTo>
                    <a:pt x="27" y="2"/>
                    <a:pt x="21" y="0"/>
                    <a:pt x="16" y="1"/>
                  </a:cubicBezTo>
                  <a:cubicBezTo>
                    <a:pt x="10" y="1"/>
                    <a:pt x="5" y="4"/>
                    <a:pt x="4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15"/>
                    <a:pt x="0" y="21"/>
                    <a:pt x="4" y="26"/>
                  </a:cubicBezTo>
                  <a:cubicBezTo>
                    <a:pt x="10" y="33"/>
                    <a:pt x="25" y="29"/>
                    <a:pt x="30" y="2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8" name="iŝ1iḓe">
              <a:extLst>
                <a:ext uri="{FF2B5EF4-FFF2-40B4-BE49-F238E27FC236}">
                  <a16:creationId xmlns:a16="http://schemas.microsoft.com/office/drawing/2014/main" id="{D0757D65-0AB1-41D1-9622-20237E3BE3A6}"/>
                </a:ext>
              </a:extLst>
            </p:cNvPr>
            <p:cNvSpPr/>
            <p:nvPr/>
          </p:nvSpPr>
          <p:spPr bwMode="auto">
            <a:xfrm>
              <a:off x="7388545" y="5369872"/>
              <a:ext cx="254064" cy="237126"/>
            </a:xfrm>
            <a:custGeom>
              <a:avLst/>
              <a:gdLst>
                <a:gd name="T0" fmla="*/ 18 w 36"/>
                <a:gd name="T1" fmla="*/ 34 h 34"/>
                <a:gd name="T2" fmla="*/ 31 w 36"/>
                <a:gd name="T3" fmla="*/ 26 h 34"/>
                <a:gd name="T4" fmla="*/ 21 w 36"/>
                <a:gd name="T5" fmla="*/ 2 h 34"/>
                <a:gd name="T6" fmla="*/ 6 w 36"/>
                <a:gd name="T7" fmla="*/ 7 h 34"/>
                <a:gd name="T8" fmla="*/ 3 w 36"/>
                <a:gd name="T9" fmla="*/ 11 h 34"/>
                <a:gd name="T10" fmla="*/ 4 w 36"/>
                <a:gd name="T11" fmla="*/ 26 h 34"/>
                <a:gd name="T12" fmla="*/ 18 w 36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4">
                  <a:moveTo>
                    <a:pt x="18" y="34"/>
                  </a:moveTo>
                  <a:cubicBezTo>
                    <a:pt x="24" y="34"/>
                    <a:pt x="29" y="31"/>
                    <a:pt x="31" y="26"/>
                  </a:cubicBezTo>
                  <a:cubicBezTo>
                    <a:pt x="36" y="17"/>
                    <a:pt x="30" y="5"/>
                    <a:pt x="21" y="2"/>
                  </a:cubicBezTo>
                  <a:cubicBezTo>
                    <a:pt x="15" y="0"/>
                    <a:pt x="9" y="2"/>
                    <a:pt x="6" y="7"/>
                  </a:cubicBezTo>
                  <a:cubicBezTo>
                    <a:pt x="5" y="8"/>
                    <a:pt x="4" y="9"/>
                    <a:pt x="3" y="11"/>
                  </a:cubicBezTo>
                  <a:cubicBezTo>
                    <a:pt x="0" y="16"/>
                    <a:pt x="1" y="22"/>
                    <a:pt x="4" y="26"/>
                  </a:cubicBezTo>
                  <a:cubicBezTo>
                    <a:pt x="8" y="31"/>
                    <a:pt x="12" y="34"/>
                    <a:pt x="18" y="3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99" name="îş1iḍé">
              <a:extLst>
                <a:ext uri="{FF2B5EF4-FFF2-40B4-BE49-F238E27FC236}">
                  <a16:creationId xmlns:a16="http://schemas.microsoft.com/office/drawing/2014/main" id="{2F5F2744-0E68-45FE-9A9D-8DD546CE450E}"/>
                </a:ext>
              </a:extLst>
            </p:cNvPr>
            <p:cNvSpPr/>
            <p:nvPr/>
          </p:nvSpPr>
          <p:spPr bwMode="auto">
            <a:xfrm>
              <a:off x="5261190" y="5403747"/>
              <a:ext cx="216801" cy="226964"/>
            </a:xfrm>
            <a:custGeom>
              <a:avLst/>
              <a:gdLst>
                <a:gd name="T0" fmla="*/ 3 w 31"/>
                <a:gd name="T1" fmla="*/ 12 h 32"/>
                <a:gd name="T2" fmla="*/ 3 w 31"/>
                <a:gd name="T3" fmla="*/ 15 h 32"/>
                <a:gd name="T4" fmla="*/ 11 w 31"/>
                <a:gd name="T5" fmla="*/ 30 h 32"/>
                <a:gd name="T6" fmla="*/ 27 w 31"/>
                <a:gd name="T7" fmla="*/ 26 h 32"/>
                <a:gd name="T8" fmla="*/ 28 w 31"/>
                <a:gd name="T9" fmla="*/ 11 h 32"/>
                <a:gd name="T10" fmla="*/ 3 w 31"/>
                <a:gd name="T11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2">
                  <a:moveTo>
                    <a:pt x="3" y="12"/>
                  </a:moveTo>
                  <a:cubicBezTo>
                    <a:pt x="3" y="13"/>
                    <a:pt x="3" y="14"/>
                    <a:pt x="3" y="15"/>
                  </a:cubicBezTo>
                  <a:cubicBezTo>
                    <a:pt x="0" y="22"/>
                    <a:pt x="5" y="27"/>
                    <a:pt x="11" y="30"/>
                  </a:cubicBezTo>
                  <a:cubicBezTo>
                    <a:pt x="16" y="32"/>
                    <a:pt x="23" y="31"/>
                    <a:pt x="27" y="26"/>
                  </a:cubicBezTo>
                  <a:cubicBezTo>
                    <a:pt x="31" y="22"/>
                    <a:pt x="31" y="16"/>
                    <a:pt x="28" y="11"/>
                  </a:cubicBezTo>
                  <a:cubicBezTo>
                    <a:pt x="24" y="2"/>
                    <a:pt x="5" y="0"/>
                    <a:pt x="3" y="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100" name="iṥļîďé">
              <a:extLst>
                <a:ext uri="{FF2B5EF4-FFF2-40B4-BE49-F238E27FC236}">
                  <a16:creationId xmlns:a16="http://schemas.microsoft.com/office/drawing/2014/main" id="{5B585BA3-F9BC-4F29-AB7C-2363FFE6C2F1}"/>
                </a:ext>
              </a:extLst>
            </p:cNvPr>
            <p:cNvSpPr/>
            <p:nvPr/>
          </p:nvSpPr>
          <p:spPr bwMode="auto">
            <a:xfrm>
              <a:off x="4563364" y="5430848"/>
              <a:ext cx="226964" cy="220189"/>
            </a:xfrm>
            <a:custGeom>
              <a:avLst/>
              <a:gdLst>
                <a:gd name="T0" fmla="*/ 24 w 32"/>
                <a:gd name="T1" fmla="*/ 4 h 31"/>
                <a:gd name="T2" fmla="*/ 5 w 32"/>
                <a:gd name="T3" fmla="*/ 5 h 31"/>
                <a:gd name="T4" fmla="*/ 3 w 32"/>
                <a:gd name="T5" fmla="*/ 7 h 31"/>
                <a:gd name="T6" fmla="*/ 0 w 32"/>
                <a:gd name="T7" fmla="*/ 16 h 31"/>
                <a:gd name="T8" fmla="*/ 9 w 32"/>
                <a:gd name="T9" fmla="*/ 28 h 31"/>
                <a:gd name="T10" fmla="*/ 28 w 32"/>
                <a:gd name="T11" fmla="*/ 25 h 31"/>
                <a:gd name="T12" fmla="*/ 31 w 32"/>
                <a:gd name="T13" fmla="*/ 13 h 31"/>
                <a:gd name="T14" fmla="*/ 24 w 32"/>
                <a:gd name="T15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1">
                  <a:moveTo>
                    <a:pt x="24" y="4"/>
                  </a:moveTo>
                  <a:cubicBezTo>
                    <a:pt x="19" y="1"/>
                    <a:pt x="11" y="0"/>
                    <a:pt x="5" y="5"/>
                  </a:cubicBezTo>
                  <a:cubicBezTo>
                    <a:pt x="4" y="5"/>
                    <a:pt x="4" y="6"/>
                    <a:pt x="3" y="7"/>
                  </a:cubicBezTo>
                  <a:cubicBezTo>
                    <a:pt x="1" y="10"/>
                    <a:pt x="0" y="13"/>
                    <a:pt x="0" y="16"/>
                  </a:cubicBezTo>
                  <a:cubicBezTo>
                    <a:pt x="0" y="22"/>
                    <a:pt x="4" y="26"/>
                    <a:pt x="9" y="28"/>
                  </a:cubicBezTo>
                  <a:cubicBezTo>
                    <a:pt x="15" y="31"/>
                    <a:pt x="23" y="29"/>
                    <a:pt x="28" y="25"/>
                  </a:cubicBezTo>
                  <a:cubicBezTo>
                    <a:pt x="31" y="22"/>
                    <a:pt x="32" y="17"/>
                    <a:pt x="31" y="13"/>
                  </a:cubicBezTo>
                  <a:cubicBezTo>
                    <a:pt x="31" y="9"/>
                    <a:pt x="28" y="7"/>
                    <a:pt x="24" y="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101" name="işḻîďe">
              <a:extLst>
                <a:ext uri="{FF2B5EF4-FFF2-40B4-BE49-F238E27FC236}">
                  <a16:creationId xmlns:a16="http://schemas.microsoft.com/office/drawing/2014/main" id="{D17FEA3B-17BE-4ED9-A2F9-31670891FEC2}"/>
                </a:ext>
              </a:extLst>
            </p:cNvPr>
            <p:cNvSpPr/>
            <p:nvPr/>
          </p:nvSpPr>
          <p:spPr bwMode="auto">
            <a:xfrm>
              <a:off x="5938692" y="5417298"/>
              <a:ext cx="250676" cy="226964"/>
            </a:xfrm>
            <a:custGeom>
              <a:avLst/>
              <a:gdLst>
                <a:gd name="T0" fmla="*/ 26 w 36"/>
                <a:gd name="T1" fmla="*/ 3 h 32"/>
                <a:gd name="T2" fmla="*/ 17 w 36"/>
                <a:gd name="T3" fmla="*/ 3 h 32"/>
                <a:gd name="T4" fmla="*/ 15 w 36"/>
                <a:gd name="T5" fmla="*/ 2 h 32"/>
                <a:gd name="T6" fmla="*/ 3 w 36"/>
                <a:gd name="T7" fmla="*/ 19 h 32"/>
                <a:gd name="T8" fmla="*/ 28 w 36"/>
                <a:gd name="T9" fmla="*/ 27 h 32"/>
                <a:gd name="T10" fmla="*/ 36 w 36"/>
                <a:gd name="T11" fmla="*/ 15 h 32"/>
                <a:gd name="T12" fmla="*/ 26 w 36"/>
                <a:gd name="T13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2">
                  <a:moveTo>
                    <a:pt x="26" y="3"/>
                  </a:moveTo>
                  <a:cubicBezTo>
                    <a:pt x="23" y="2"/>
                    <a:pt x="20" y="2"/>
                    <a:pt x="17" y="3"/>
                  </a:cubicBezTo>
                  <a:cubicBezTo>
                    <a:pt x="16" y="3"/>
                    <a:pt x="16" y="2"/>
                    <a:pt x="15" y="2"/>
                  </a:cubicBezTo>
                  <a:cubicBezTo>
                    <a:pt x="6" y="0"/>
                    <a:pt x="0" y="12"/>
                    <a:pt x="3" y="19"/>
                  </a:cubicBezTo>
                  <a:cubicBezTo>
                    <a:pt x="6" y="29"/>
                    <a:pt x="20" y="32"/>
                    <a:pt x="28" y="27"/>
                  </a:cubicBezTo>
                  <a:cubicBezTo>
                    <a:pt x="33" y="24"/>
                    <a:pt x="36" y="20"/>
                    <a:pt x="36" y="15"/>
                  </a:cubicBezTo>
                  <a:cubicBezTo>
                    <a:pt x="36" y="9"/>
                    <a:pt x="31" y="5"/>
                    <a:pt x="26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102" name="ïṣļïďe">
              <a:extLst>
                <a:ext uri="{FF2B5EF4-FFF2-40B4-BE49-F238E27FC236}">
                  <a16:creationId xmlns:a16="http://schemas.microsoft.com/office/drawing/2014/main" id="{22E5F056-4716-433F-9413-A05655DBB45D}"/>
                </a:ext>
              </a:extLst>
            </p:cNvPr>
            <p:cNvSpPr/>
            <p:nvPr/>
          </p:nvSpPr>
          <p:spPr bwMode="auto">
            <a:xfrm>
              <a:off x="6372293" y="4130045"/>
              <a:ext cx="626690" cy="880752"/>
            </a:xfrm>
            <a:custGeom>
              <a:avLst/>
              <a:gdLst>
                <a:gd name="T0" fmla="*/ 87 w 89"/>
                <a:gd name="T1" fmla="*/ 62 h 125"/>
                <a:gd name="T2" fmla="*/ 88 w 89"/>
                <a:gd name="T3" fmla="*/ 31 h 125"/>
                <a:gd name="T4" fmla="*/ 84 w 89"/>
                <a:gd name="T5" fmla="*/ 14 h 125"/>
                <a:gd name="T6" fmla="*/ 74 w 89"/>
                <a:gd name="T7" fmla="*/ 5 h 125"/>
                <a:gd name="T8" fmla="*/ 47 w 89"/>
                <a:gd name="T9" fmla="*/ 1 h 125"/>
                <a:gd name="T10" fmla="*/ 13 w 89"/>
                <a:gd name="T11" fmla="*/ 2 h 125"/>
                <a:gd name="T12" fmla="*/ 2 w 89"/>
                <a:gd name="T13" fmla="*/ 7 h 125"/>
                <a:gd name="T14" fmla="*/ 4 w 89"/>
                <a:gd name="T15" fmla="*/ 19 h 125"/>
                <a:gd name="T16" fmla="*/ 3 w 89"/>
                <a:gd name="T17" fmla="*/ 30 h 125"/>
                <a:gd name="T18" fmla="*/ 3 w 89"/>
                <a:gd name="T19" fmla="*/ 45 h 125"/>
                <a:gd name="T20" fmla="*/ 4 w 89"/>
                <a:gd name="T21" fmla="*/ 75 h 125"/>
                <a:gd name="T22" fmla="*/ 3 w 89"/>
                <a:gd name="T23" fmla="*/ 103 h 125"/>
                <a:gd name="T24" fmla="*/ 11 w 89"/>
                <a:gd name="T25" fmla="*/ 118 h 125"/>
                <a:gd name="T26" fmla="*/ 41 w 89"/>
                <a:gd name="T27" fmla="*/ 124 h 125"/>
                <a:gd name="T28" fmla="*/ 57 w 89"/>
                <a:gd name="T29" fmla="*/ 123 h 125"/>
                <a:gd name="T30" fmla="*/ 69 w 89"/>
                <a:gd name="T31" fmla="*/ 123 h 125"/>
                <a:gd name="T32" fmla="*/ 81 w 89"/>
                <a:gd name="T33" fmla="*/ 121 h 125"/>
                <a:gd name="T34" fmla="*/ 83 w 89"/>
                <a:gd name="T35" fmla="*/ 120 h 125"/>
                <a:gd name="T36" fmla="*/ 88 w 89"/>
                <a:gd name="T37" fmla="*/ 109 h 125"/>
                <a:gd name="T38" fmla="*/ 88 w 89"/>
                <a:gd name="T39" fmla="*/ 93 h 125"/>
                <a:gd name="T40" fmla="*/ 87 w 89"/>
                <a:gd name="T41" fmla="*/ 6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" h="125">
                  <a:moveTo>
                    <a:pt x="87" y="62"/>
                  </a:moveTo>
                  <a:cubicBezTo>
                    <a:pt x="87" y="52"/>
                    <a:pt x="88" y="42"/>
                    <a:pt x="88" y="31"/>
                  </a:cubicBezTo>
                  <a:cubicBezTo>
                    <a:pt x="87" y="26"/>
                    <a:pt x="89" y="17"/>
                    <a:pt x="84" y="14"/>
                  </a:cubicBezTo>
                  <a:cubicBezTo>
                    <a:pt x="83" y="10"/>
                    <a:pt x="78" y="7"/>
                    <a:pt x="74" y="5"/>
                  </a:cubicBezTo>
                  <a:cubicBezTo>
                    <a:pt x="66" y="2"/>
                    <a:pt x="56" y="2"/>
                    <a:pt x="47" y="1"/>
                  </a:cubicBezTo>
                  <a:cubicBezTo>
                    <a:pt x="36" y="0"/>
                    <a:pt x="24" y="0"/>
                    <a:pt x="13" y="2"/>
                  </a:cubicBezTo>
                  <a:cubicBezTo>
                    <a:pt x="9" y="2"/>
                    <a:pt x="5" y="4"/>
                    <a:pt x="2" y="7"/>
                  </a:cubicBezTo>
                  <a:cubicBezTo>
                    <a:pt x="0" y="11"/>
                    <a:pt x="1" y="16"/>
                    <a:pt x="4" y="19"/>
                  </a:cubicBezTo>
                  <a:cubicBezTo>
                    <a:pt x="4" y="23"/>
                    <a:pt x="3" y="26"/>
                    <a:pt x="3" y="30"/>
                  </a:cubicBezTo>
                  <a:cubicBezTo>
                    <a:pt x="3" y="35"/>
                    <a:pt x="3" y="40"/>
                    <a:pt x="3" y="45"/>
                  </a:cubicBezTo>
                  <a:cubicBezTo>
                    <a:pt x="3" y="55"/>
                    <a:pt x="4" y="65"/>
                    <a:pt x="4" y="75"/>
                  </a:cubicBezTo>
                  <a:cubicBezTo>
                    <a:pt x="3" y="84"/>
                    <a:pt x="2" y="94"/>
                    <a:pt x="3" y="103"/>
                  </a:cubicBezTo>
                  <a:cubicBezTo>
                    <a:pt x="4" y="109"/>
                    <a:pt x="6" y="114"/>
                    <a:pt x="11" y="118"/>
                  </a:cubicBezTo>
                  <a:cubicBezTo>
                    <a:pt x="19" y="125"/>
                    <a:pt x="31" y="125"/>
                    <a:pt x="41" y="124"/>
                  </a:cubicBezTo>
                  <a:cubicBezTo>
                    <a:pt x="47" y="124"/>
                    <a:pt x="52" y="123"/>
                    <a:pt x="57" y="123"/>
                  </a:cubicBezTo>
                  <a:cubicBezTo>
                    <a:pt x="61" y="123"/>
                    <a:pt x="65" y="123"/>
                    <a:pt x="69" y="123"/>
                  </a:cubicBezTo>
                  <a:cubicBezTo>
                    <a:pt x="74" y="123"/>
                    <a:pt x="78" y="123"/>
                    <a:pt x="81" y="121"/>
                  </a:cubicBezTo>
                  <a:cubicBezTo>
                    <a:pt x="82" y="121"/>
                    <a:pt x="83" y="121"/>
                    <a:pt x="83" y="120"/>
                  </a:cubicBezTo>
                  <a:cubicBezTo>
                    <a:pt x="87" y="117"/>
                    <a:pt x="87" y="113"/>
                    <a:pt x="88" y="109"/>
                  </a:cubicBezTo>
                  <a:cubicBezTo>
                    <a:pt x="88" y="104"/>
                    <a:pt x="88" y="98"/>
                    <a:pt x="88" y="93"/>
                  </a:cubicBezTo>
                  <a:cubicBezTo>
                    <a:pt x="88" y="83"/>
                    <a:pt x="87" y="73"/>
                    <a:pt x="87" y="6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103" name="îṥľiḋe">
              <a:extLst>
                <a:ext uri="{FF2B5EF4-FFF2-40B4-BE49-F238E27FC236}">
                  <a16:creationId xmlns:a16="http://schemas.microsoft.com/office/drawing/2014/main" id="{43682FD9-B5E6-4A37-9291-3E150D95B22E}"/>
                </a:ext>
              </a:extLst>
            </p:cNvPr>
            <p:cNvSpPr/>
            <p:nvPr/>
          </p:nvSpPr>
          <p:spPr bwMode="auto">
            <a:xfrm>
              <a:off x="6162267" y="3513518"/>
              <a:ext cx="633465" cy="633465"/>
            </a:xfrm>
            <a:custGeom>
              <a:avLst/>
              <a:gdLst>
                <a:gd name="T0" fmla="*/ 86 w 90"/>
                <a:gd name="T1" fmla="*/ 47 h 90"/>
                <a:gd name="T2" fmla="*/ 72 w 90"/>
                <a:gd name="T3" fmla="*/ 9 h 90"/>
                <a:gd name="T4" fmla="*/ 50 w 90"/>
                <a:gd name="T5" fmla="*/ 1 h 90"/>
                <a:gd name="T6" fmla="*/ 27 w 90"/>
                <a:gd name="T7" fmla="*/ 6 h 90"/>
                <a:gd name="T8" fmla="*/ 26 w 90"/>
                <a:gd name="T9" fmla="*/ 6 h 90"/>
                <a:gd name="T10" fmla="*/ 21 w 90"/>
                <a:gd name="T11" fmla="*/ 8 h 90"/>
                <a:gd name="T12" fmla="*/ 6 w 90"/>
                <a:gd name="T13" fmla="*/ 26 h 90"/>
                <a:gd name="T14" fmla="*/ 17 w 90"/>
                <a:gd name="T15" fmla="*/ 70 h 90"/>
                <a:gd name="T16" fmla="*/ 86 w 90"/>
                <a:gd name="T17" fmla="*/ 47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90">
                  <a:moveTo>
                    <a:pt x="86" y="47"/>
                  </a:moveTo>
                  <a:cubicBezTo>
                    <a:pt x="90" y="33"/>
                    <a:pt x="84" y="17"/>
                    <a:pt x="72" y="9"/>
                  </a:cubicBezTo>
                  <a:cubicBezTo>
                    <a:pt x="66" y="4"/>
                    <a:pt x="58" y="2"/>
                    <a:pt x="50" y="1"/>
                  </a:cubicBezTo>
                  <a:cubicBezTo>
                    <a:pt x="42" y="0"/>
                    <a:pt x="32" y="0"/>
                    <a:pt x="27" y="6"/>
                  </a:cubicBezTo>
                  <a:cubicBezTo>
                    <a:pt x="27" y="6"/>
                    <a:pt x="26" y="6"/>
                    <a:pt x="26" y="6"/>
                  </a:cubicBezTo>
                  <a:cubicBezTo>
                    <a:pt x="25" y="6"/>
                    <a:pt x="23" y="7"/>
                    <a:pt x="21" y="8"/>
                  </a:cubicBezTo>
                  <a:cubicBezTo>
                    <a:pt x="14" y="11"/>
                    <a:pt x="9" y="18"/>
                    <a:pt x="6" y="26"/>
                  </a:cubicBezTo>
                  <a:cubicBezTo>
                    <a:pt x="0" y="40"/>
                    <a:pt x="5" y="59"/>
                    <a:pt x="17" y="70"/>
                  </a:cubicBezTo>
                  <a:cubicBezTo>
                    <a:pt x="39" y="90"/>
                    <a:pt x="77" y="74"/>
                    <a:pt x="86" y="47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104" name="ïSľiḋe">
              <a:extLst>
                <a:ext uri="{FF2B5EF4-FFF2-40B4-BE49-F238E27FC236}">
                  <a16:creationId xmlns:a16="http://schemas.microsoft.com/office/drawing/2014/main" id="{A4FA0A04-13D2-4C07-85A5-03F124394B2D}"/>
                </a:ext>
              </a:extLst>
            </p:cNvPr>
            <p:cNvSpPr/>
            <p:nvPr/>
          </p:nvSpPr>
          <p:spPr bwMode="auto">
            <a:xfrm>
              <a:off x="5823517" y="3012167"/>
              <a:ext cx="372626" cy="162600"/>
            </a:xfrm>
            <a:custGeom>
              <a:avLst/>
              <a:gdLst>
                <a:gd name="T0" fmla="*/ 46 w 53"/>
                <a:gd name="T1" fmla="*/ 3 h 23"/>
                <a:gd name="T2" fmla="*/ 35 w 53"/>
                <a:gd name="T3" fmla="*/ 10 h 23"/>
                <a:gd name="T4" fmla="*/ 24 w 53"/>
                <a:gd name="T5" fmla="*/ 11 h 23"/>
                <a:gd name="T6" fmla="*/ 15 w 53"/>
                <a:gd name="T7" fmla="*/ 9 h 23"/>
                <a:gd name="T8" fmla="*/ 7 w 53"/>
                <a:gd name="T9" fmla="*/ 3 h 23"/>
                <a:gd name="T10" fmla="*/ 4 w 53"/>
                <a:gd name="T11" fmla="*/ 4 h 23"/>
                <a:gd name="T12" fmla="*/ 21 w 53"/>
                <a:gd name="T13" fmla="*/ 20 h 23"/>
                <a:gd name="T14" fmla="*/ 52 w 53"/>
                <a:gd name="T15" fmla="*/ 9 h 23"/>
                <a:gd name="T16" fmla="*/ 46 w 53"/>
                <a:gd name="T17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3">
                  <a:moveTo>
                    <a:pt x="46" y="3"/>
                  </a:moveTo>
                  <a:cubicBezTo>
                    <a:pt x="42" y="5"/>
                    <a:pt x="39" y="8"/>
                    <a:pt x="35" y="10"/>
                  </a:cubicBezTo>
                  <a:cubicBezTo>
                    <a:pt x="32" y="11"/>
                    <a:pt x="28" y="12"/>
                    <a:pt x="24" y="11"/>
                  </a:cubicBezTo>
                  <a:cubicBezTo>
                    <a:pt x="21" y="11"/>
                    <a:pt x="18" y="10"/>
                    <a:pt x="15" y="9"/>
                  </a:cubicBezTo>
                  <a:cubicBezTo>
                    <a:pt x="12" y="8"/>
                    <a:pt x="10" y="5"/>
                    <a:pt x="7" y="3"/>
                  </a:cubicBezTo>
                  <a:cubicBezTo>
                    <a:pt x="6" y="3"/>
                    <a:pt x="5" y="2"/>
                    <a:pt x="4" y="4"/>
                  </a:cubicBezTo>
                  <a:cubicBezTo>
                    <a:pt x="0" y="13"/>
                    <a:pt x="15" y="19"/>
                    <a:pt x="21" y="20"/>
                  </a:cubicBezTo>
                  <a:cubicBezTo>
                    <a:pt x="31" y="23"/>
                    <a:pt x="47" y="19"/>
                    <a:pt x="52" y="9"/>
                  </a:cubicBezTo>
                  <a:cubicBezTo>
                    <a:pt x="53" y="5"/>
                    <a:pt x="50" y="0"/>
                    <a:pt x="46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105" name="iṥľîḍé">
              <a:extLst>
                <a:ext uri="{FF2B5EF4-FFF2-40B4-BE49-F238E27FC236}">
                  <a16:creationId xmlns:a16="http://schemas.microsoft.com/office/drawing/2014/main" id="{50C1F35C-DA6B-4BE9-AA88-961FEFDE2AF5}"/>
                </a:ext>
              </a:extLst>
            </p:cNvPr>
            <p:cNvSpPr/>
            <p:nvPr/>
          </p:nvSpPr>
          <p:spPr bwMode="auto">
            <a:xfrm>
              <a:off x="6175817" y="2795367"/>
              <a:ext cx="220189" cy="203250"/>
            </a:xfrm>
            <a:custGeom>
              <a:avLst/>
              <a:gdLst>
                <a:gd name="T0" fmla="*/ 20 w 31"/>
                <a:gd name="T1" fmla="*/ 2 h 29"/>
                <a:gd name="T2" fmla="*/ 8 w 31"/>
                <a:gd name="T3" fmla="*/ 3 h 29"/>
                <a:gd name="T4" fmla="*/ 1 w 31"/>
                <a:gd name="T5" fmla="*/ 19 h 29"/>
                <a:gd name="T6" fmla="*/ 10 w 31"/>
                <a:gd name="T7" fmla="*/ 27 h 29"/>
                <a:gd name="T8" fmla="*/ 24 w 31"/>
                <a:gd name="T9" fmla="*/ 27 h 29"/>
                <a:gd name="T10" fmla="*/ 31 w 31"/>
                <a:gd name="T11" fmla="*/ 15 h 29"/>
                <a:gd name="T12" fmla="*/ 20 w 31"/>
                <a:gd name="T13" fmla="*/ 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29">
                  <a:moveTo>
                    <a:pt x="20" y="2"/>
                  </a:moveTo>
                  <a:cubicBezTo>
                    <a:pt x="16" y="0"/>
                    <a:pt x="12" y="0"/>
                    <a:pt x="8" y="3"/>
                  </a:cubicBezTo>
                  <a:cubicBezTo>
                    <a:pt x="3" y="6"/>
                    <a:pt x="0" y="13"/>
                    <a:pt x="1" y="19"/>
                  </a:cubicBezTo>
                  <a:cubicBezTo>
                    <a:pt x="2" y="23"/>
                    <a:pt x="6" y="26"/>
                    <a:pt x="10" y="27"/>
                  </a:cubicBezTo>
                  <a:cubicBezTo>
                    <a:pt x="15" y="28"/>
                    <a:pt x="20" y="29"/>
                    <a:pt x="24" y="27"/>
                  </a:cubicBezTo>
                  <a:cubicBezTo>
                    <a:pt x="29" y="25"/>
                    <a:pt x="31" y="19"/>
                    <a:pt x="31" y="15"/>
                  </a:cubicBezTo>
                  <a:cubicBezTo>
                    <a:pt x="31" y="9"/>
                    <a:pt x="26" y="4"/>
                    <a:pt x="20" y="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106" name="îŝľiḑê">
              <a:extLst>
                <a:ext uri="{FF2B5EF4-FFF2-40B4-BE49-F238E27FC236}">
                  <a16:creationId xmlns:a16="http://schemas.microsoft.com/office/drawing/2014/main" id="{F8583044-B88F-4608-A99F-D539E3E11873}"/>
                </a:ext>
              </a:extLst>
            </p:cNvPr>
            <p:cNvSpPr/>
            <p:nvPr/>
          </p:nvSpPr>
          <p:spPr bwMode="auto">
            <a:xfrm>
              <a:off x="5664305" y="2815692"/>
              <a:ext cx="182925" cy="189700"/>
            </a:xfrm>
            <a:custGeom>
              <a:avLst/>
              <a:gdLst>
                <a:gd name="T0" fmla="*/ 18 w 26"/>
                <a:gd name="T1" fmla="*/ 2 h 27"/>
                <a:gd name="T2" fmla="*/ 4 w 26"/>
                <a:gd name="T3" fmla="*/ 4 h 27"/>
                <a:gd name="T4" fmla="*/ 1 w 26"/>
                <a:gd name="T5" fmla="*/ 14 h 27"/>
                <a:gd name="T6" fmla="*/ 6 w 26"/>
                <a:gd name="T7" fmla="*/ 25 h 27"/>
                <a:gd name="T8" fmla="*/ 18 w 26"/>
                <a:gd name="T9" fmla="*/ 24 h 27"/>
                <a:gd name="T10" fmla="*/ 26 w 26"/>
                <a:gd name="T11" fmla="*/ 12 h 27"/>
                <a:gd name="T12" fmla="*/ 18 w 26"/>
                <a:gd name="T13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7">
                  <a:moveTo>
                    <a:pt x="18" y="2"/>
                  </a:moveTo>
                  <a:cubicBezTo>
                    <a:pt x="13" y="0"/>
                    <a:pt x="8" y="1"/>
                    <a:pt x="4" y="4"/>
                  </a:cubicBezTo>
                  <a:cubicBezTo>
                    <a:pt x="1" y="6"/>
                    <a:pt x="0" y="10"/>
                    <a:pt x="1" y="14"/>
                  </a:cubicBezTo>
                  <a:cubicBezTo>
                    <a:pt x="0" y="18"/>
                    <a:pt x="2" y="22"/>
                    <a:pt x="6" y="25"/>
                  </a:cubicBezTo>
                  <a:cubicBezTo>
                    <a:pt x="10" y="27"/>
                    <a:pt x="15" y="26"/>
                    <a:pt x="18" y="24"/>
                  </a:cubicBezTo>
                  <a:cubicBezTo>
                    <a:pt x="23" y="22"/>
                    <a:pt x="26" y="17"/>
                    <a:pt x="26" y="12"/>
                  </a:cubicBezTo>
                  <a:cubicBezTo>
                    <a:pt x="26" y="7"/>
                    <a:pt x="22" y="4"/>
                    <a:pt x="18" y="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107" name="íṩḷïḋe">
              <a:extLst>
                <a:ext uri="{FF2B5EF4-FFF2-40B4-BE49-F238E27FC236}">
                  <a16:creationId xmlns:a16="http://schemas.microsoft.com/office/drawing/2014/main" id="{437D8720-6D6F-410F-9962-06F56E843C3F}"/>
                </a:ext>
              </a:extLst>
            </p:cNvPr>
            <p:cNvSpPr/>
            <p:nvPr/>
          </p:nvSpPr>
          <p:spPr bwMode="auto">
            <a:xfrm>
              <a:off x="6267281" y="3611755"/>
              <a:ext cx="409890" cy="372626"/>
            </a:xfrm>
            <a:custGeom>
              <a:avLst/>
              <a:gdLst>
                <a:gd name="T0" fmla="*/ 2 w 58"/>
                <a:gd name="T1" fmla="*/ 20 h 53"/>
                <a:gd name="T2" fmla="*/ 2 w 58"/>
                <a:gd name="T3" fmla="*/ 20 h 53"/>
                <a:gd name="T4" fmla="*/ 11 w 58"/>
                <a:gd name="T5" fmla="*/ 4 h 53"/>
                <a:gd name="T6" fmla="*/ 17 w 58"/>
                <a:gd name="T7" fmla="*/ 0 h 53"/>
                <a:gd name="T8" fmla="*/ 24 w 58"/>
                <a:gd name="T9" fmla="*/ 0 h 53"/>
                <a:gd name="T10" fmla="*/ 37 w 58"/>
                <a:gd name="T11" fmla="*/ 1 h 53"/>
                <a:gd name="T12" fmla="*/ 54 w 58"/>
                <a:gd name="T13" fmla="*/ 10 h 53"/>
                <a:gd name="T14" fmla="*/ 58 w 58"/>
                <a:gd name="T15" fmla="*/ 18 h 53"/>
                <a:gd name="T16" fmla="*/ 58 w 58"/>
                <a:gd name="T17" fmla="*/ 21 h 53"/>
                <a:gd name="T18" fmla="*/ 49 w 58"/>
                <a:gd name="T19" fmla="*/ 22 h 53"/>
                <a:gd name="T20" fmla="*/ 35 w 58"/>
                <a:gd name="T21" fmla="*/ 26 h 53"/>
                <a:gd name="T22" fmla="*/ 38 w 58"/>
                <a:gd name="T23" fmla="*/ 31 h 53"/>
                <a:gd name="T24" fmla="*/ 50 w 58"/>
                <a:gd name="T25" fmla="*/ 32 h 53"/>
                <a:gd name="T26" fmla="*/ 56 w 58"/>
                <a:gd name="T27" fmla="*/ 33 h 53"/>
                <a:gd name="T28" fmla="*/ 51 w 58"/>
                <a:gd name="T29" fmla="*/ 40 h 53"/>
                <a:gd name="T30" fmla="*/ 20 w 58"/>
                <a:gd name="T31" fmla="*/ 51 h 53"/>
                <a:gd name="T32" fmla="*/ 2 w 58"/>
                <a:gd name="T33" fmla="*/ 2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3">
                  <a:moveTo>
                    <a:pt x="2" y="20"/>
                  </a:moveTo>
                  <a:cubicBezTo>
                    <a:pt x="2" y="20"/>
                    <a:pt x="2" y="20"/>
                    <a:pt x="2" y="20"/>
                  </a:cubicBezTo>
                  <a:cubicBezTo>
                    <a:pt x="3" y="14"/>
                    <a:pt x="5" y="8"/>
                    <a:pt x="11" y="4"/>
                  </a:cubicBezTo>
                  <a:cubicBezTo>
                    <a:pt x="13" y="3"/>
                    <a:pt x="15" y="1"/>
                    <a:pt x="17" y="0"/>
                  </a:cubicBezTo>
                  <a:cubicBezTo>
                    <a:pt x="19" y="1"/>
                    <a:pt x="22" y="1"/>
                    <a:pt x="24" y="0"/>
                  </a:cubicBezTo>
                  <a:cubicBezTo>
                    <a:pt x="28" y="0"/>
                    <a:pt x="33" y="0"/>
                    <a:pt x="37" y="1"/>
                  </a:cubicBezTo>
                  <a:cubicBezTo>
                    <a:pt x="43" y="1"/>
                    <a:pt x="50" y="5"/>
                    <a:pt x="54" y="10"/>
                  </a:cubicBezTo>
                  <a:cubicBezTo>
                    <a:pt x="56" y="13"/>
                    <a:pt x="57" y="15"/>
                    <a:pt x="58" y="18"/>
                  </a:cubicBezTo>
                  <a:cubicBezTo>
                    <a:pt x="58" y="20"/>
                    <a:pt x="58" y="20"/>
                    <a:pt x="58" y="21"/>
                  </a:cubicBezTo>
                  <a:cubicBezTo>
                    <a:pt x="55" y="21"/>
                    <a:pt x="52" y="21"/>
                    <a:pt x="49" y="22"/>
                  </a:cubicBezTo>
                  <a:cubicBezTo>
                    <a:pt x="44" y="23"/>
                    <a:pt x="39" y="22"/>
                    <a:pt x="35" y="26"/>
                  </a:cubicBezTo>
                  <a:cubicBezTo>
                    <a:pt x="33" y="28"/>
                    <a:pt x="35" y="32"/>
                    <a:pt x="38" y="31"/>
                  </a:cubicBezTo>
                  <a:cubicBezTo>
                    <a:pt x="42" y="30"/>
                    <a:pt x="46" y="32"/>
                    <a:pt x="50" y="32"/>
                  </a:cubicBezTo>
                  <a:cubicBezTo>
                    <a:pt x="52" y="33"/>
                    <a:pt x="54" y="32"/>
                    <a:pt x="56" y="33"/>
                  </a:cubicBezTo>
                  <a:cubicBezTo>
                    <a:pt x="55" y="35"/>
                    <a:pt x="53" y="38"/>
                    <a:pt x="51" y="40"/>
                  </a:cubicBezTo>
                  <a:cubicBezTo>
                    <a:pt x="43" y="48"/>
                    <a:pt x="31" y="53"/>
                    <a:pt x="20" y="51"/>
                  </a:cubicBezTo>
                  <a:cubicBezTo>
                    <a:pt x="7" y="48"/>
                    <a:pt x="0" y="33"/>
                    <a:pt x="2" y="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108" name="îŝḻiḓê">
              <a:extLst>
                <a:ext uri="{FF2B5EF4-FFF2-40B4-BE49-F238E27FC236}">
                  <a16:creationId xmlns:a16="http://schemas.microsoft.com/office/drawing/2014/main" id="{BEDEBABC-B9AD-48C9-850D-FA2C00D6D9EC}"/>
                </a:ext>
              </a:extLst>
            </p:cNvPr>
            <p:cNvSpPr/>
            <p:nvPr/>
          </p:nvSpPr>
          <p:spPr bwMode="auto">
            <a:xfrm>
              <a:off x="6436657" y="4194406"/>
              <a:ext cx="494576" cy="758802"/>
            </a:xfrm>
            <a:custGeom>
              <a:avLst/>
              <a:gdLst>
                <a:gd name="T0" fmla="*/ 70 w 70"/>
                <a:gd name="T1" fmla="*/ 105 h 108"/>
                <a:gd name="T2" fmla="*/ 70 w 70"/>
                <a:gd name="T3" fmla="*/ 105 h 108"/>
                <a:gd name="T4" fmla="*/ 62 w 70"/>
                <a:gd name="T5" fmla="*/ 104 h 108"/>
                <a:gd name="T6" fmla="*/ 49 w 70"/>
                <a:gd name="T7" fmla="*/ 105 h 108"/>
                <a:gd name="T8" fmla="*/ 35 w 70"/>
                <a:gd name="T9" fmla="*/ 106 h 108"/>
                <a:gd name="T10" fmla="*/ 8 w 70"/>
                <a:gd name="T11" fmla="*/ 103 h 108"/>
                <a:gd name="T12" fmla="*/ 3 w 70"/>
                <a:gd name="T13" fmla="*/ 90 h 108"/>
                <a:gd name="T14" fmla="*/ 4 w 70"/>
                <a:gd name="T15" fmla="*/ 63 h 108"/>
                <a:gd name="T16" fmla="*/ 2 w 70"/>
                <a:gd name="T17" fmla="*/ 36 h 108"/>
                <a:gd name="T18" fmla="*/ 0 w 70"/>
                <a:gd name="T19" fmla="*/ 7 h 108"/>
                <a:gd name="T20" fmla="*/ 2 w 70"/>
                <a:gd name="T21" fmla="*/ 3 h 108"/>
                <a:gd name="T22" fmla="*/ 12 w 70"/>
                <a:gd name="T23" fmla="*/ 1 h 108"/>
                <a:gd name="T24" fmla="*/ 40 w 70"/>
                <a:gd name="T25" fmla="*/ 1 h 108"/>
                <a:gd name="T26" fmla="*/ 60 w 70"/>
                <a:gd name="T27" fmla="*/ 3 h 108"/>
                <a:gd name="T28" fmla="*/ 67 w 70"/>
                <a:gd name="T29" fmla="*/ 6 h 108"/>
                <a:gd name="T30" fmla="*/ 70 w 70"/>
                <a:gd name="T31" fmla="*/ 10 h 108"/>
                <a:gd name="T32" fmla="*/ 70 w 70"/>
                <a:gd name="T33" fmla="*/ 15 h 108"/>
                <a:gd name="T34" fmla="*/ 69 w 70"/>
                <a:gd name="T35" fmla="*/ 26 h 108"/>
                <a:gd name="T36" fmla="*/ 69 w 70"/>
                <a:gd name="T37" fmla="*/ 55 h 108"/>
                <a:gd name="T38" fmla="*/ 70 w 70"/>
                <a:gd name="T39" fmla="*/ 82 h 108"/>
                <a:gd name="T40" fmla="*/ 70 w 70"/>
                <a:gd name="T41" fmla="*/ 96 h 108"/>
                <a:gd name="T42" fmla="*/ 70 w 70"/>
                <a:gd name="T43" fmla="*/ 10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8">
                  <a:moveTo>
                    <a:pt x="70" y="105"/>
                  </a:moveTo>
                  <a:cubicBezTo>
                    <a:pt x="70" y="105"/>
                    <a:pt x="70" y="105"/>
                    <a:pt x="70" y="105"/>
                  </a:cubicBezTo>
                  <a:cubicBezTo>
                    <a:pt x="67" y="104"/>
                    <a:pt x="65" y="104"/>
                    <a:pt x="62" y="104"/>
                  </a:cubicBezTo>
                  <a:cubicBezTo>
                    <a:pt x="57" y="104"/>
                    <a:pt x="53" y="105"/>
                    <a:pt x="49" y="105"/>
                  </a:cubicBezTo>
                  <a:cubicBezTo>
                    <a:pt x="44" y="105"/>
                    <a:pt x="39" y="105"/>
                    <a:pt x="35" y="106"/>
                  </a:cubicBezTo>
                  <a:cubicBezTo>
                    <a:pt x="27" y="106"/>
                    <a:pt x="15" y="108"/>
                    <a:pt x="8" y="103"/>
                  </a:cubicBezTo>
                  <a:cubicBezTo>
                    <a:pt x="4" y="100"/>
                    <a:pt x="4" y="95"/>
                    <a:pt x="3" y="90"/>
                  </a:cubicBezTo>
                  <a:cubicBezTo>
                    <a:pt x="3" y="81"/>
                    <a:pt x="3" y="72"/>
                    <a:pt x="4" y="63"/>
                  </a:cubicBezTo>
                  <a:cubicBezTo>
                    <a:pt x="4" y="54"/>
                    <a:pt x="3" y="45"/>
                    <a:pt x="2" y="36"/>
                  </a:cubicBezTo>
                  <a:cubicBezTo>
                    <a:pt x="2" y="26"/>
                    <a:pt x="0" y="16"/>
                    <a:pt x="0" y="7"/>
                  </a:cubicBezTo>
                  <a:cubicBezTo>
                    <a:pt x="1" y="5"/>
                    <a:pt x="1" y="4"/>
                    <a:pt x="2" y="3"/>
                  </a:cubicBezTo>
                  <a:cubicBezTo>
                    <a:pt x="5" y="1"/>
                    <a:pt x="9" y="1"/>
                    <a:pt x="12" y="1"/>
                  </a:cubicBezTo>
                  <a:cubicBezTo>
                    <a:pt x="21" y="0"/>
                    <a:pt x="30" y="0"/>
                    <a:pt x="40" y="1"/>
                  </a:cubicBezTo>
                  <a:cubicBezTo>
                    <a:pt x="46" y="1"/>
                    <a:pt x="53" y="1"/>
                    <a:pt x="60" y="3"/>
                  </a:cubicBezTo>
                  <a:cubicBezTo>
                    <a:pt x="62" y="3"/>
                    <a:pt x="65" y="4"/>
                    <a:pt x="67" y="6"/>
                  </a:cubicBezTo>
                  <a:cubicBezTo>
                    <a:pt x="68" y="7"/>
                    <a:pt x="69" y="9"/>
                    <a:pt x="70" y="10"/>
                  </a:cubicBezTo>
                  <a:cubicBezTo>
                    <a:pt x="70" y="12"/>
                    <a:pt x="70" y="14"/>
                    <a:pt x="70" y="15"/>
                  </a:cubicBezTo>
                  <a:cubicBezTo>
                    <a:pt x="69" y="19"/>
                    <a:pt x="69" y="23"/>
                    <a:pt x="69" y="26"/>
                  </a:cubicBezTo>
                  <a:cubicBezTo>
                    <a:pt x="69" y="36"/>
                    <a:pt x="69" y="45"/>
                    <a:pt x="69" y="55"/>
                  </a:cubicBezTo>
                  <a:cubicBezTo>
                    <a:pt x="69" y="64"/>
                    <a:pt x="69" y="73"/>
                    <a:pt x="70" y="82"/>
                  </a:cubicBezTo>
                  <a:cubicBezTo>
                    <a:pt x="70" y="86"/>
                    <a:pt x="70" y="91"/>
                    <a:pt x="70" y="96"/>
                  </a:cubicBezTo>
                  <a:cubicBezTo>
                    <a:pt x="70" y="99"/>
                    <a:pt x="70" y="102"/>
                    <a:pt x="70" y="10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109" name="isľîḓê">
              <a:extLst>
                <a:ext uri="{FF2B5EF4-FFF2-40B4-BE49-F238E27FC236}">
                  <a16:creationId xmlns:a16="http://schemas.microsoft.com/office/drawing/2014/main" id="{7DF6686D-BFCB-4AAC-86DB-0B7E6C173298}"/>
                </a:ext>
              </a:extLst>
            </p:cNvPr>
            <p:cNvSpPr/>
            <p:nvPr/>
          </p:nvSpPr>
          <p:spPr bwMode="auto">
            <a:xfrm>
              <a:off x="6711044" y="4207956"/>
              <a:ext cx="220189" cy="724927"/>
            </a:xfrm>
            <a:custGeom>
              <a:avLst/>
              <a:gdLst>
                <a:gd name="T0" fmla="*/ 31 w 31"/>
                <a:gd name="T1" fmla="*/ 103 h 103"/>
                <a:gd name="T2" fmla="*/ 31 w 31"/>
                <a:gd name="T3" fmla="*/ 103 h 103"/>
                <a:gd name="T4" fmla="*/ 23 w 31"/>
                <a:gd name="T5" fmla="*/ 102 h 103"/>
                <a:gd name="T6" fmla="*/ 10 w 31"/>
                <a:gd name="T7" fmla="*/ 103 h 103"/>
                <a:gd name="T8" fmla="*/ 0 w 31"/>
                <a:gd name="T9" fmla="*/ 103 h 103"/>
                <a:gd name="T10" fmla="*/ 19 w 31"/>
                <a:gd name="T11" fmla="*/ 0 h 103"/>
                <a:gd name="T12" fmla="*/ 21 w 31"/>
                <a:gd name="T13" fmla="*/ 1 h 103"/>
                <a:gd name="T14" fmla="*/ 28 w 31"/>
                <a:gd name="T15" fmla="*/ 4 h 103"/>
                <a:gd name="T16" fmla="*/ 31 w 31"/>
                <a:gd name="T17" fmla="*/ 8 h 103"/>
                <a:gd name="T18" fmla="*/ 31 w 31"/>
                <a:gd name="T19" fmla="*/ 13 h 103"/>
                <a:gd name="T20" fmla="*/ 30 w 31"/>
                <a:gd name="T21" fmla="*/ 24 h 103"/>
                <a:gd name="T22" fmla="*/ 30 w 31"/>
                <a:gd name="T23" fmla="*/ 53 h 103"/>
                <a:gd name="T24" fmla="*/ 31 w 31"/>
                <a:gd name="T25" fmla="*/ 80 h 103"/>
                <a:gd name="T26" fmla="*/ 31 w 31"/>
                <a:gd name="T27" fmla="*/ 94 h 103"/>
                <a:gd name="T28" fmla="*/ 31 w 31"/>
                <a:gd name="T2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103">
                  <a:moveTo>
                    <a:pt x="31" y="103"/>
                  </a:moveTo>
                  <a:cubicBezTo>
                    <a:pt x="31" y="103"/>
                    <a:pt x="31" y="103"/>
                    <a:pt x="31" y="103"/>
                  </a:cubicBezTo>
                  <a:cubicBezTo>
                    <a:pt x="28" y="102"/>
                    <a:pt x="26" y="102"/>
                    <a:pt x="23" y="102"/>
                  </a:cubicBezTo>
                  <a:cubicBezTo>
                    <a:pt x="18" y="102"/>
                    <a:pt x="14" y="103"/>
                    <a:pt x="10" y="103"/>
                  </a:cubicBezTo>
                  <a:cubicBezTo>
                    <a:pt x="7" y="103"/>
                    <a:pt x="4" y="103"/>
                    <a:pt x="0" y="103"/>
                  </a:cubicBezTo>
                  <a:cubicBezTo>
                    <a:pt x="10" y="70"/>
                    <a:pt x="15" y="35"/>
                    <a:pt x="19" y="0"/>
                  </a:cubicBezTo>
                  <a:cubicBezTo>
                    <a:pt x="20" y="1"/>
                    <a:pt x="20" y="1"/>
                    <a:pt x="21" y="1"/>
                  </a:cubicBezTo>
                  <a:cubicBezTo>
                    <a:pt x="23" y="1"/>
                    <a:pt x="26" y="2"/>
                    <a:pt x="28" y="4"/>
                  </a:cubicBezTo>
                  <a:cubicBezTo>
                    <a:pt x="29" y="5"/>
                    <a:pt x="30" y="7"/>
                    <a:pt x="31" y="8"/>
                  </a:cubicBezTo>
                  <a:cubicBezTo>
                    <a:pt x="31" y="10"/>
                    <a:pt x="31" y="12"/>
                    <a:pt x="31" y="13"/>
                  </a:cubicBezTo>
                  <a:cubicBezTo>
                    <a:pt x="30" y="17"/>
                    <a:pt x="30" y="21"/>
                    <a:pt x="30" y="24"/>
                  </a:cubicBezTo>
                  <a:cubicBezTo>
                    <a:pt x="30" y="34"/>
                    <a:pt x="30" y="43"/>
                    <a:pt x="30" y="53"/>
                  </a:cubicBezTo>
                  <a:cubicBezTo>
                    <a:pt x="30" y="62"/>
                    <a:pt x="30" y="71"/>
                    <a:pt x="31" y="80"/>
                  </a:cubicBezTo>
                  <a:cubicBezTo>
                    <a:pt x="31" y="84"/>
                    <a:pt x="31" y="89"/>
                    <a:pt x="31" y="94"/>
                  </a:cubicBezTo>
                  <a:cubicBezTo>
                    <a:pt x="31" y="97"/>
                    <a:pt x="31" y="100"/>
                    <a:pt x="31" y="10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110" name="ísļïḑè">
              <a:extLst>
                <a:ext uri="{FF2B5EF4-FFF2-40B4-BE49-F238E27FC236}">
                  <a16:creationId xmlns:a16="http://schemas.microsoft.com/office/drawing/2014/main" id="{DD772269-0BDF-4A8A-A56D-2BA81C4C5DBA}"/>
                </a:ext>
              </a:extLst>
            </p:cNvPr>
            <p:cNvSpPr/>
            <p:nvPr/>
          </p:nvSpPr>
          <p:spPr bwMode="auto">
            <a:xfrm>
              <a:off x="6507793" y="4357007"/>
              <a:ext cx="91464" cy="91464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6694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Box 10"/>
          <p:cNvSpPr txBox="1">
            <a:spLocks noChangeArrowheads="1"/>
          </p:cNvSpPr>
          <p:nvPr/>
        </p:nvSpPr>
        <p:spPr bwMode="auto">
          <a:xfrm>
            <a:off x="575342" y="44155"/>
            <a:ext cx="835183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1400" dirty="0">
                <a:latin typeface="+mj-ea"/>
                <a:ea typeface="+mj-ea"/>
              </a:rPr>
              <a:t>机电系统原理及实践</a:t>
            </a:r>
            <a:r>
              <a:rPr lang="en-US" altLang="zh-CN" sz="1400" dirty="0">
                <a:latin typeface="+mj-ea"/>
                <a:ea typeface="+mj-ea"/>
              </a:rPr>
              <a:t> —— </a:t>
            </a:r>
            <a:r>
              <a:rPr lang="zh-CN" altLang="en-US" sz="1400" dirty="0">
                <a:latin typeface="+mj-ea"/>
                <a:ea typeface="+mj-ea"/>
              </a:rPr>
              <a:t>电机位置检测与闭环控制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575342" y="6438900"/>
            <a:ext cx="11186191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宋体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dirty="0">
                <a:latin typeface="+mj-ea"/>
                <a:ea typeface="+mj-ea"/>
              </a:rPr>
              <a:t>机电智控实验室 </a:t>
            </a: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tangguoan@fudan.edu.cn mmguo@fudan.edu.cn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DC6DA8-D137-41D2-A934-63CB8FFB8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2" y="656732"/>
            <a:ext cx="10858500" cy="453998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ED916A-3E34-4B9E-8F9F-7A8921A30F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2" y="1306020"/>
            <a:ext cx="10858498" cy="5003300"/>
          </a:xfrm>
          <a:prstGeom prst="rect">
            <a:avLst/>
          </a:prstGeom>
        </p:spPr>
        <p:txBody>
          <a:bodyPr/>
          <a:lstStyle>
            <a:lvl1pPr marL="360363" indent="-360363" algn="just">
              <a:lnSpc>
                <a:spcPct val="150000"/>
              </a:lnSpc>
              <a:buClr>
                <a:srgbClr val="336699"/>
              </a:buClr>
              <a:buSzPct val="100000"/>
              <a:buFont typeface="Wingdings" panose="05000000000000000000" pitchFamily="2" charset="2"/>
              <a:buChar char="l"/>
              <a:defRPr sz="2400" b="1"/>
            </a:lvl1pPr>
            <a:lvl2pPr marL="628650" indent="-360363" algn="just">
              <a:lnSpc>
                <a:spcPct val="150000"/>
              </a:lnSpc>
              <a:buClr>
                <a:srgbClr val="99CCFF"/>
              </a:buClr>
              <a:buFont typeface="Wingdings" panose="05000000000000000000" pitchFamily="2" charset="2"/>
              <a:buChar char="l"/>
              <a:defRPr sz="2000"/>
            </a:lvl2pPr>
            <a:lvl3pPr marL="895350" indent="-355600" algn="just">
              <a:lnSpc>
                <a:spcPct val="150000"/>
              </a:lnSpc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  <a:defRPr sz="1800"/>
            </a:lvl3pPr>
            <a:lvl4pPr marL="1163638" indent="-355600" algn="just">
              <a:lnSpc>
                <a:spcPct val="150000"/>
              </a:lnSpc>
              <a:buFont typeface="Wingdings" panose="05000000000000000000" pitchFamily="2" charset="2"/>
              <a:buChar char="l"/>
              <a:defRPr sz="1800"/>
            </a:lvl4pPr>
            <a:lvl5pPr marL="1436688" indent="-360363" algn="just">
              <a:lnSpc>
                <a:spcPct val="150000"/>
              </a:lnSpc>
              <a:buClr>
                <a:srgbClr val="99CCFF"/>
              </a:buClr>
              <a:buFont typeface="Wingdings" panose="05000000000000000000" pitchFamily="2" charset="2"/>
              <a:buChar char="l"/>
              <a:defRPr sz="18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3E0EBE-EC20-4150-A2C6-9837F3449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/>
          <a:lstStyle>
            <a:lvl1pPr algn="r">
              <a:defRPr sz="14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cxnSp>
        <p:nvCxnSpPr>
          <p:cNvPr id="11" name="直接连接符 10"/>
          <p:cNvCxnSpPr/>
          <p:nvPr/>
        </p:nvCxnSpPr>
        <p:spPr>
          <a:xfrm>
            <a:off x="660402" y="6438900"/>
            <a:ext cx="108585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660400" y="332656"/>
            <a:ext cx="10620176" cy="19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6" descr="fudan4"/>
          <p:cNvPicPr>
            <a:picLocks noChangeArrowheads="1"/>
          </p:cNvPicPr>
          <p:nvPr/>
        </p:nvPicPr>
        <p:blipFill>
          <a:blip r:embed="rId2">
            <a:lum bright="6000" contras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6889" y="158874"/>
            <a:ext cx="649287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13760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封底幻灯片">
    <p:bg>
      <p:bgPr>
        <a:gradFill>
          <a:gsLst>
            <a:gs pos="0">
              <a:srgbClr val="A0ACC3"/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91500">
              <a:srgbClr val="B797A0"/>
            </a:gs>
            <a:gs pos="100000">
              <a:schemeClr val="tx2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6" descr="fudan4"/>
          <p:cNvPicPr>
            <a:picLocks noChangeArrowheads="1"/>
          </p:cNvPicPr>
          <p:nvPr/>
        </p:nvPicPr>
        <p:blipFill>
          <a:blip r:embed="rId3">
            <a:lum bright="6000" contrast="-10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400" y="379412"/>
            <a:ext cx="649287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文本占位符 4"/>
          <p:cNvSpPr txBox="1">
            <a:spLocks/>
          </p:cNvSpPr>
          <p:nvPr/>
        </p:nvSpPr>
        <p:spPr>
          <a:xfrm>
            <a:off x="839417" y="5600683"/>
            <a:ext cx="5568951" cy="29627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200" b="0" kern="1200" smtClean="0">
                <a:solidFill>
                  <a:schemeClr val="tx1">
                    <a:lumMod val="90000"/>
                    <a:lumOff val="10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sz="1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机电智控实验室 唐国安 郭明旻 编写</a:t>
            </a:r>
          </a:p>
        </p:txBody>
      </p:sp>
      <p:sp>
        <p:nvSpPr>
          <p:cNvPr id="22" name="文本占位符 5"/>
          <p:cNvSpPr txBox="1">
            <a:spLocks/>
          </p:cNvSpPr>
          <p:nvPr/>
        </p:nvSpPr>
        <p:spPr>
          <a:xfrm>
            <a:off x="839417" y="5818397"/>
            <a:ext cx="5568951" cy="296271"/>
          </a:xfrm>
          <a:prstGeom prst="rect">
            <a:avLst/>
          </a:prstGeom>
        </p:spPr>
        <p:txBody>
          <a:bodyPr vert="horz" lIns="68580" tIns="34290" rIns="68580" bIns="3429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altLang="zh-CN" sz="1200" b="0" kern="1200" smtClean="0">
                <a:solidFill>
                  <a:schemeClr val="tx1">
                    <a:lumMod val="90000"/>
                    <a:lumOff val="10000"/>
                    <a:alpha val="6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n-US" altLang="zh-CN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zh-CN" altLang="en-US"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1400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tangguoan@fudan.edu.cn	    mmguo@fudan.edu.cn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564D91A5-7E24-4D20-8E0B-3B0255C081D9}"/>
              </a:ext>
            </a:extLst>
          </p:cNvPr>
          <p:cNvGrpSpPr/>
          <p:nvPr userDrawn="1"/>
        </p:nvGrpSpPr>
        <p:grpSpPr>
          <a:xfrm>
            <a:off x="4067175" y="2413569"/>
            <a:ext cx="4057650" cy="1323439"/>
            <a:chOff x="723772" y="2413569"/>
            <a:chExt cx="4057650" cy="1323439"/>
          </a:xfrm>
        </p:grpSpPr>
        <p:sp>
          <p:nvSpPr>
            <p:cNvPr id="12" name="矩形 11"/>
            <p:cNvSpPr/>
            <p:nvPr/>
          </p:nvSpPr>
          <p:spPr>
            <a:xfrm>
              <a:off x="1606290" y="2413569"/>
              <a:ext cx="2292615" cy="132343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altLang="zh-CN" sz="8000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END</a:t>
              </a:r>
              <a:endParaRPr lang="zh-CN" altLang="en-US" sz="80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723772" y="3041537"/>
              <a:ext cx="4057650" cy="0"/>
              <a:chOff x="4129088" y="2457450"/>
              <a:chExt cx="4057650" cy="0"/>
            </a:xfrm>
          </p:grpSpPr>
          <p:cxnSp>
            <p:nvCxnSpPr>
              <p:cNvPr id="16" name="直接连接符 15"/>
              <p:cNvCxnSpPr/>
              <p:nvPr/>
            </p:nvCxnSpPr>
            <p:spPr>
              <a:xfrm>
                <a:off x="4129088" y="2457450"/>
                <a:ext cx="971550" cy="0"/>
              </a:xfrm>
              <a:prstGeom prst="line">
                <a:avLst/>
              </a:prstGeom>
              <a:ln w="25400">
                <a:solidFill>
                  <a:srgbClr val="6C92C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7215188" y="2457450"/>
                <a:ext cx="971550" cy="0"/>
              </a:xfrm>
              <a:prstGeom prst="line">
                <a:avLst/>
              </a:prstGeom>
              <a:ln w="25400">
                <a:solidFill>
                  <a:srgbClr val="48A2A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8" name="bca53829-35c6-4459-b981-6f35f8ea863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52CC0D69-BFD8-4CBE-B44E-D81D5BD54B43}"/>
              </a:ext>
            </a:extLst>
          </p:cNvPr>
          <p:cNvGrpSpPr>
            <a:grpSpLocks noChangeAspect="1"/>
          </p:cNvGrpSpPr>
          <p:nvPr userDrawn="1">
            <p:custDataLst>
              <p:tags r:id="rId1"/>
            </p:custDataLst>
          </p:nvPr>
        </p:nvGrpSpPr>
        <p:grpSpPr>
          <a:xfrm>
            <a:off x="10252362" y="4379451"/>
            <a:ext cx="1842783" cy="1992888"/>
            <a:chOff x="3686000" y="1535214"/>
            <a:chExt cx="4813650" cy="4298748"/>
          </a:xfrm>
        </p:grpSpPr>
        <p:sp>
          <p:nvSpPr>
            <p:cNvPr id="19" name="íślíḋê">
              <a:extLst>
                <a:ext uri="{FF2B5EF4-FFF2-40B4-BE49-F238E27FC236}">
                  <a16:creationId xmlns:a16="http://schemas.microsoft.com/office/drawing/2014/main" id="{69037723-071B-4354-B6BA-545B1A8DCF4F}"/>
                </a:ext>
              </a:extLst>
            </p:cNvPr>
            <p:cNvSpPr/>
            <p:nvPr userDrawn="1"/>
          </p:nvSpPr>
          <p:spPr bwMode="auto">
            <a:xfrm>
              <a:off x="3686000" y="1535214"/>
              <a:ext cx="4813650" cy="4298748"/>
            </a:xfrm>
            <a:custGeom>
              <a:avLst/>
              <a:gdLst>
                <a:gd name="T0" fmla="*/ 639 w 684"/>
                <a:gd name="T1" fmla="*/ 410 h 611"/>
                <a:gd name="T2" fmla="*/ 598 w 684"/>
                <a:gd name="T3" fmla="*/ 335 h 611"/>
                <a:gd name="T4" fmla="*/ 499 w 684"/>
                <a:gd name="T5" fmla="*/ 267 h 611"/>
                <a:gd name="T6" fmla="*/ 489 w 684"/>
                <a:gd name="T7" fmla="*/ 180 h 611"/>
                <a:gd name="T8" fmla="*/ 482 w 684"/>
                <a:gd name="T9" fmla="*/ 154 h 611"/>
                <a:gd name="T10" fmla="*/ 347 w 684"/>
                <a:gd name="T11" fmla="*/ 142 h 611"/>
                <a:gd name="T12" fmla="*/ 337 w 684"/>
                <a:gd name="T13" fmla="*/ 118 h 611"/>
                <a:gd name="T14" fmla="*/ 341 w 684"/>
                <a:gd name="T15" fmla="*/ 86 h 611"/>
                <a:gd name="T16" fmla="*/ 355 w 684"/>
                <a:gd name="T17" fmla="*/ 61 h 611"/>
                <a:gd name="T18" fmla="*/ 332 w 684"/>
                <a:gd name="T19" fmla="*/ 46 h 611"/>
                <a:gd name="T20" fmla="*/ 370 w 684"/>
                <a:gd name="T21" fmla="*/ 14 h 611"/>
                <a:gd name="T22" fmla="*/ 322 w 684"/>
                <a:gd name="T23" fmla="*/ 24 h 611"/>
                <a:gd name="T24" fmla="*/ 331 w 684"/>
                <a:gd name="T25" fmla="*/ 61 h 611"/>
                <a:gd name="T26" fmla="*/ 334 w 684"/>
                <a:gd name="T27" fmla="*/ 97 h 611"/>
                <a:gd name="T28" fmla="*/ 313 w 684"/>
                <a:gd name="T29" fmla="*/ 129 h 611"/>
                <a:gd name="T30" fmla="*/ 262 w 684"/>
                <a:gd name="T31" fmla="*/ 144 h 611"/>
                <a:gd name="T32" fmla="*/ 171 w 684"/>
                <a:gd name="T33" fmla="*/ 184 h 611"/>
                <a:gd name="T34" fmla="*/ 169 w 684"/>
                <a:gd name="T35" fmla="*/ 267 h 611"/>
                <a:gd name="T36" fmla="*/ 59 w 684"/>
                <a:gd name="T37" fmla="*/ 357 h 611"/>
                <a:gd name="T38" fmla="*/ 30 w 684"/>
                <a:gd name="T39" fmla="*/ 410 h 611"/>
                <a:gd name="T40" fmla="*/ 7 w 684"/>
                <a:gd name="T41" fmla="*/ 438 h 611"/>
                <a:gd name="T42" fmla="*/ 14 w 684"/>
                <a:gd name="T43" fmla="*/ 474 h 611"/>
                <a:gd name="T44" fmla="*/ 28 w 684"/>
                <a:gd name="T45" fmla="*/ 471 h 611"/>
                <a:gd name="T46" fmla="*/ 55 w 684"/>
                <a:gd name="T47" fmla="*/ 461 h 611"/>
                <a:gd name="T48" fmla="*/ 78 w 684"/>
                <a:gd name="T49" fmla="*/ 487 h 611"/>
                <a:gd name="T50" fmla="*/ 89 w 684"/>
                <a:gd name="T51" fmla="*/ 425 h 611"/>
                <a:gd name="T52" fmla="*/ 101 w 684"/>
                <a:gd name="T53" fmla="*/ 391 h 611"/>
                <a:gd name="T54" fmla="*/ 147 w 684"/>
                <a:gd name="T55" fmla="*/ 335 h 611"/>
                <a:gd name="T56" fmla="*/ 173 w 684"/>
                <a:gd name="T57" fmla="*/ 403 h 611"/>
                <a:gd name="T58" fmla="*/ 175 w 684"/>
                <a:gd name="T59" fmla="*/ 499 h 611"/>
                <a:gd name="T60" fmla="*/ 235 w 684"/>
                <a:gd name="T61" fmla="*/ 514 h 611"/>
                <a:gd name="T62" fmla="*/ 151 w 684"/>
                <a:gd name="T63" fmla="*/ 532 h 611"/>
                <a:gd name="T64" fmla="*/ 93 w 684"/>
                <a:gd name="T65" fmla="*/ 534 h 611"/>
                <a:gd name="T66" fmla="*/ 160 w 684"/>
                <a:gd name="T67" fmla="*/ 610 h 611"/>
                <a:gd name="T68" fmla="*/ 382 w 684"/>
                <a:gd name="T69" fmla="*/ 604 h 611"/>
                <a:gd name="T70" fmla="*/ 531 w 684"/>
                <a:gd name="T71" fmla="*/ 603 h 611"/>
                <a:gd name="T72" fmla="*/ 605 w 684"/>
                <a:gd name="T73" fmla="*/ 567 h 611"/>
                <a:gd name="T74" fmla="*/ 552 w 684"/>
                <a:gd name="T75" fmla="*/ 523 h 611"/>
                <a:gd name="T76" fmla="*/ 436 w 684"/>
                <a:gd name="T77" fmla="*/ 527 h 611"/>
                <a:gd name="T78" fmla="*/ 426 w 684"/>
                <a:gd name="T79" fmla="*/ 515 h 611"/>
                <a:gd name="T80" fmla="*/ 485 w 684"/>
                <a:gd name="T81" fmla="*/ 504 h 611"/>
                <a:gd name="T82" fmla="*/ 487 w 684"/>
                <a:gd name="T83" fmla="*/ 493 h 611"/>
                <a:gd name="T84" fmla="*/ 492 w 684"/>
                <a:gd name="T85" fmla="*/ 403 h 611"/>
                <a:gd name="T86" fmla="*/ 496 w 684"/>
                <a:gd name="T87" fmla="*/ 321 h 611"/>
                <a:gd name="T88" fmla="*/ 573 w 684"/>
                <a:gd name="T89" fmla="*/ 395 h 611"/>
                <a:gd name="T90" fmla="*/ 596 w 684"/>
                <a:gd name="T91" fmla="*/ 434 h 611"/>
                <a:gd name="T92" fmla="*/ 589 w 684"/>
                <a:gd name="T93" fmla="*/ 485 h 611"/>
                <a:gd name="T94" fmla="*/ 626 w 684"/>
                <a:gd name="T95" fmla="*/ 487 h 611"/>
                <a:gd name="T96" fmla="*/ 670 w 684"/>
                <a:gd name="T97" fmla="*/ 477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684" h="611">
                  <a:moveTo>
                    <a:pt x="682" y="458"/>
                  </a:moveTo>
                  <a:cubicBezTo>
                    <a:pt x="682" y="453"/>
                    <a:pt x="681" y="450"/>
                    <a:pt x="679" y="446"/>
                  </a:cubicBezTo>
                  <a:cubicBezTo>
                    <a:pt x="677" y="438"/>
                    <a:pt x="672" y="431"/>
                    <a:pt x="666" y="425"/>
                  </a:cubicBezTo>
                  <a:cubicBezTo>
                    <a:pt x="659" y="417"/>
                    <a:pt x="649" y="411"/>
                    <a:pt x="639" y="410"/>
                  </a:cubicBezTo>
                  <a:cubicBezTo>
                    <a:pt x="638" y="406"/>
                    <a:pt x="637" y="403"/>
                    <a:pt x="636" y="401"/>
                  </a:cubicBezTo>
                  <a:cubicBezTo>
                    <a:pt x="634" y="396"/>
                    <a:pt x="632" y="391"/>
                    <a:pt x="630" y="386"/>
                  </a:cubicBezTo>
                  <a:cubicBezTo>
                    <a:pt x="625" y="377"/>
                    <a:pt x="621" y="368"/>
                    <a:pt x="615" y="359"/>
                  </a:cubicBezTo>
                  <a:cubicBezTo>
                    <a:pt x="610" y="351"/>
                    <a:pt x="604" y="343"/>
                    <a:pt x="598" y="335"/>
                  </a:cubicBezTo>
                  <a:cubicBezTo>
                    <a:pt x="592" y="328"/>
                    <a:pt x="587" y="320"/>
                    <a:pt x="580" y="313"/>
                  </a:cubicBezTo>
                  <a:cubicBezTo>
                    <a:pt x="568" y="300"/>
                    <a:pt x="552" y="290"/>
                    <a:pt x="537" y="282"/>
                  </a:cubicBezTo>
                  <a:cubicBezTo>
                    <a:pt x="529" y="277"/>
                    <a:pt x="520" y="273"/>
                    <a:pt x="512" y="270"/>
                  </a:cubicBezTo>
                  <a:cubicBezTo>
                    <a:pt x="507" y="269"/>
                    <a:pt x="503" y="267"/>
                    <a:pt x="499" y="267"/>
                  </a:cubicBezTo>
                  <a:cubicBezTo>
                    <a:pt x="496" y="266"/>
                    <a:pt x="493" y="266"/>
                    <a:pt x="490" y="266"/>
                  </a:cubicBezTo>
                  <a:cubicBezTo>
                    <a:pt x="490" y="257"/>
                    <a:pt x="491" y="248"/>
                    <a:pt x="491" y="240"/>
                  </a:cubicBezTo>
                  <a:cubicBezTo>
                    <a:pt x="491" y="226"/>
                    <a:pt x="491" y="213"/>
                    <a:pt x="490" y="200"/>
                  </a:cubicBezTo>
                  <a:cubicBezTo>
                    <a:pt x="490" y="193"/>
                    <a:pt x="490" y="187"/>
                    <a:pt x="489" y="180"/>
                  </a:cubicBezTo>
                  <a:cubicBezTo>
                    <a:pt x="489" y="179"/>
                    <a:pt x="489" y="177"/>
                    <a:pt x="489" y="175"/>
                  </a:cubicBezTo>
                  <a:cubicBezTo>
                    <a:pt x="489" y="174"/>
                    <a:pt x="490" y="172"/>
                    <a:pt x="490" y="171"/>
                  </a:cubicBezTo>
                  <a:cubicBezTo>
                    <a:pt x="491" y="169"/>
                    <a:pt x="490" y="166"/>
                    <a:pt x="490" y="164"/>
                  </a:cubicBezTo>
                  <a:cubicBezTo>
                    <a:pt x="489" y="160"/>
                    <a:pt x="486" y="156"/>
                    <a:pt x="482" y="154"/>
                  </a:cubicBezTo>
                  <a:cubicBezTo>
                    <a:pt x="479" y="152"/>
                    <a:pt x="476" y="151"/>
                    <a:pt x="472" y="151"/>
                  </a:cubicBezTo>
                  <a:cubicBezTo>
                    <a:pt x="467" y="149"/>
                    <a:pt x="462" y="148"/>
                    <a:pt x="457" y="147"/>
                  </a:cubicBezTo>
                  <a:cubicBezTo>
                    <a:pt x="436" y="143"/>
                    <a:pt x="414" y="143"/>
                    <a:pt x="393" y="142"/>
                  </a:cubicBezTo>
                  <a:cubicBezTo>
                    <a:pt x="378" y="142"/>
                    <a:pt x="362" y="142"/>
                    <a:pt x="347" y="142"/>
                  </a:cubicBezTo>
                  <a:cubicBezTo>
                    <a:pt x="347" y="142"/>
                    <a:pt x="346" y="141"/>
                    <a:pt x="346" y="141"/>
                  </a:cubicBezTo>
                  <a:cubicBezTo>
                    <a:pt x="341" y="137"/>
                    <a:pt x="336" y="133"/>
                    <a:pt x="332" y="128"/>
                  </a:cubicBezTo>
                  <a:cubicBezTo>
                    <a:pt x="330" y="126"/>
                    <a:pt x="328" y="124"/>
                    <a:pt x="326" y="123"/>
                  </a:cubicBezTo>
                  <a:cubicBezTo>
                    <a:pt x="330" y="121"/>
                    <a:pt x="334" y="120"/>
                    <a:pt x="337" y="118"/>
                  </a:cubicBezTo>
                  <a:cubicBezTo>
                    <a:pt x="341" y="116"/>
                    <a:pt x="344" y="113"/>
                    <a:pt x="348" y="111"/>
                  </a:cubicBezTo>
                  <a:cubicBezTo>
                    <a:pt x="351" y="108"/>
                    <a:pt x="356" y="106"/>
                    <a:pt x="360" y="104"/>
                  </a:cubicBezTo>
                  <a:cubicBezTo>
                    <a:pt x="364" y="101"/>
                    <a:pt x="365" y="94"/>
                    <a:pt x="360" y="92"/>
                  </a:cubicBezTo>
                  <a:cubicBezTo>
                    <a:pt x="354" y="89"/>
                    <a:pt x="347" y="88"/>
                    <a:pt x="341" y="86"/>
                  </a:cubicBezTo>
                  <a:cubicBezTo>
                    <a:pt x="337" y="84"/>
                    <a:pt x="334" y="83"/>
                    <a:pt x="331" y="81"/>
                  </a:cubicBezTo>
                  <a:cubicBezTo>
                    <a:pt x="332" y="81"/>
                    <a:pt x="333" y="80"/>
                    <a:pt x="334" y="79"/>
                  </a:cubicBezTo>
                  <a:cubicBezTo>
                    <a:pt x="338" y="77"/>
                    <a:pt x="342" y="74"/>
                    <a:pt x="347" y="72"/>
                  </a:cubicBezTo>
                  <a:cubicBezTo>
                    <a:pt x="351" y="70"/>
                    <a:pt x="355" y="67"/>
                    <a:pt x="355" y="61"/>
                  </a:cubicBezTo>
                  <a:cubicBezTo>
                    <a:pt x="355" y="55"/>
                    <a:pt x="350" y="53"/>
                    <a:pt x="345" y="51"/>
                  </a:cubicBezTo>
                  <a:cubicBezTo>
                    <a:pt x="343" y="51"/>
                    <a:pt x="340" y="50"/>
                    <a:pt x="338" y="49"/>
                  </a:cubicBezTo>
                  <a:cubicBezTo>
                    <a:pt x="336" y="48"/>
                    <a:pt x="335" y="48"/>
                    <a:pt x="334" y="47"/>
                  </a:cubicBezTo>
                  <a:cubicBezTo>
                    <a:pt x="333" y="47"/>
                    <a:pt x="333" y="46"/>
                    <a:pt x="332" y="46"/>
                  </a:cubicBezTo>
                  <a:cubicBezTo>
                    <a:pt x="332" y="46"/>
                    <a:pt x="332" y="46"/>
                    <a:pt x="333" y="45"/>
                  </a:cubicBezTo>
                  <a:cubicBezTo>
                    <a:pt x="334" y="44"/>
                    <a:pt x="335" y="44"/>
                    <a:pt x="337" y="43"/>
                  </a:cubicBezTo>
                  <a:cubicBezTo>
                    <a:pt x="342" y="45"/>
                    <a:pt x="347" y="46"/>
                    <a:pt x="353" y="45"/>
                  </a:cubicBezTo>
                  <a:cubicBezTo>
                    <a:pt x="367" y="43"/>
                    <a:pt x="376" y="27"/>
                    <a:pt x="370" y="14"/>
                  </a:cubicBezTo>
                  <a:cubicBezTo>
                    <a:pt x="367" y="7"/>
                    <a:pt x="360" y="4"/>
                    <a:pt x="353" y="2"/>
                  </a:cubicBezTo>
                  <a:cubicBezTo>
                    <a:pt x="348" y="1"/>
                    <a:pt x="341" y="0"/>
                    <a:pt x="336" y="2"/>
                  </a:cubicBezTo>
                  <a:cubicBezTo>
                    <a:pt x="332" y="1"/>
                    <a:pt x="329" y="2"/>
                    <a:pt x="326" y="5"/>
                  </a:cubicBezTo>
                  <a:cubicBezTo>
                    <a:pt x="321" y="11"/>
                    <a:pt x="321" y="18"/>
                    <a:pt x="322" y="24"/>
                  </a:cubicBezTo>
                  <a:cubicBezTo>
                    <a:pt x="322" y="28"/>
                    <a:pt x="324" y="31"/>
                    <a:pt x="326" y="34"/>
                  </a:cubicBezTo>
                  <a:cubicBezTo>
                    <a:pt x="326" y="34"/>
                    <a:pt x="326" y="34"/>
                    <a:pt x="326" y="34"/>
                  </a:cubicBezTo>
                  <a:cubicBezTo>
                    <a:pt x="322" y="36"/>
                    <a:pt x="318" y="39"/>
                    <a:pt x="317" y="44"/>
                  </a:cubicBezTo>
                  <a:cubicBezTo>
                    <a:pt x="313" y="53"/>
                    <a:pt x="325" y="58"/>
                    <a:pt x="331" y="61"/>
                  </a:cubicBezTo>
                  <a:cubicBezTo>
                    <a:pt x="333" y="61"/>
                    <a:pt x="335" y="62"/>
                    <a:pt x="336" y="63"/>
                  </a:cubicBezTo>
                  <a:cubicBezTo>
                    <a:pt x="328" y="67"/>
                    <a:pt x="320" y="71"/>
                    <a:pt x="313" y="76"/>
                  </a:cubicBezTo>
                  <a:cubicBezTo>
                    <a:pt x="309" y="78"/>
                    <a:pt x="308" y="85"/>
                    <a:pt x="313" y="88"/>
                  </a:cubicBezTo>
                  <a:cubicBezTo>
                    <a:pt x="320" y="91"/>
                    <a:pt x="327" y="94"/>
                    <a:pt x="334" y="97"/>
                  </a:cubicBezTo>
                  <a:cubicBezTo>
                    <a:pt x="336" y="98"/>
                    <a:pt x="338" y="99"/>
                    <a:pt x="340" y="100"/>
                  </a:cubicBezTo>
                  <a:cubicBezTo>
                    <a:pt x="336" y="102"/>
                    <a:pt x="333" y="105"/>
                    <a:pt x="330" y="107"/>
                  </a:cubicBezTo>
                  <a:cubicBezTo>
                    <a:pt x="323" y="110"/>
                    <a:pt x="315" y="112"/>
                    <a:pt x="310" y="118"/>
                  </a:cubicBezTo>
                  <a:cubicBezTo>
                    <a:pt x="306" y="122"/>
                    <a:pt x="308" y="127"/>
                    <a:pt x="313" y="129"/>
                  </a:cubicBezTo>
                  <a:cubicBezTo>
                    <a:pt x="317" y="131"/>
                    <a:pt x="321" y="136"/>
                    <a:pt x="325" y="139"/>
                  </a:cubicBezTo>
                  <a:cubicBezTo>
                    <a:pt x="326" y="140"/>
                    <a:pt x="327" y="141"/>
                    <a:pt x="329" y="142"/>
                  </a:cubicBezTo>
                  <a:cubicBezTo>
                    <a:pt x="328" y="142"/>
                    <a:pt x="327" y="142"/>
                    <a:pt x="327" y="142"/>
                  </a:cubicBezTo>
                  <a:cubicBezTo>
                    <a:pt x="305" y="143"/>
                    <a:pt x="283" y="142"/>
                    <a:pt x="262" y="144"/>
                  </a:cubicBezTo>
                  <a:cubicBezTo>
                    <a:pt x="250" y="145"/>
                    <a:pt x="239" y="148"/>
                    <a:pt x="228" y="149"/>
                  </a:cubicBezTo>
                  <a:cubicBezTo>
                    <a:pt x="217" y="150"/>
                    <a:pt x="206" y="149"/>
                    <a:pt x="195" y="150"/>
                  </a:cubicBezTo>
                  <a:cubicBezTo>
                    <a:pt x="186" y="150"/>
                    <a:pt x="177" y="153"/>
                    <a:pt x="173" y="162"/>
                  </a:cubicBezTo>
                  <a:cubicBezTo>
                    <a:pt x="170" y="168"/>
                    <a:pt x="168" y="177"/>
                    <a:pt x="171" y="184"/>
                  </a:cubicBezTo>
                  <a:cubicBezTo>
                    <a:pt x="171" y="185"/>
                    <a:pt x="171" y="185"/>
                    <a:pt x="171" y="186"/>
                  </a:cubicBezTo>
                  <a:cubicBezTo>
                    <a:pt x="170" y="192"/>
                    <a:pt x="170" y="198"/>
                    <a:pt x="170" y="204"/>
                  </a:cubicBezTo>
                  <a:cubicBezTo>
                    <a:pt x="170" y="215"/>
                    <a:pt x="170" y="226"/>
                    <a:pt x="170" y="237"/>
                  </a:cubicBezTo>
                  <a:cubicBezTo>
                    <a:pt x="169" y="247"/>
                    <a:pt x="169" y="257"/>
                    <a:pt x="169" y="267"/>
                  </a:cubicBezTo>
                  <a:cubicBezTo>
                    <a:pt x="163" y="267"/>
                    <a:pt x="157" y="269"/>
                    <a:pt x="152" y="271"/>
                  </a:cubicBezTo>
                  <a:cubicBezTo>
                    <a:pt x="143" y="274"/>
                    <a:pt x="135" y="279"/>
                    <a:pt x="128" y="284"/>
                  </a:cubicBezTo>
                  <a:cubicBezTo>
                    <a:pt x="114" y="293"/>
                    <a:pt x="100" y="304"/>
                    <a:pt x="89" y="316"/>
                  </a:cubicBezTo>
                  <a:cubicBezTo>
                    <a:pt x="77" y="328"/>
                    <a:pt x="67" y="342"/>
                    <a:pt x="59" y="357"/>
                  </a:cubicBezTo>
                  <a:cubicBezTo>
                    <a:pt x="55" y="364"/>
                    <a:pt x="51" y="372"/>
                    <a:pt x="49" y="380"/>
                  </a:cubicBezTo>
                  <a:cubicBezTo>
                    <a:pt x="47" y="385"/>
                    <a:pt x="46" y="390"/>
                    <a:pt x="45" y="395"/>
                  </a:cubicBezTo>
                  <a:cubicBezTo>
                    <a:pt x="44" y="399"/>
                    <a:pt x="43" y="403"/>
                    <a:pt x="43" y="407"/>
                  </a:cubicBezTo>
                  <a:cubicBezTo>
                    <a:pt x="39" y="408"/>
                    <a:pt x="34" y="409"/>
                    <a:pt x="30" y="410"/>
                  </a:cubicBezTo>
                  <a:cubicBezTo>
                    <a:pt x="28" y="410"/>
                    <a:pt x="26" y="410"/>
                    <a:pt x="24" y="411"/>
                  </a:cubicBezTo>
                  <a:cubicBezTo>
                    <a:pt x="21" y="414"/>
                    <a:pt x="17" y="417"/>
                    <a:pt x="14" y="421"/>
                  </a:cubicBezTo>
                  <a:cubicBezTo>
                    <a:pt x="12" y="426"/>
                    <a:pt x="10" y="430"/>
                    <a:pt x="8" y="435"/>
                  </a:cubicBezTo>
                  <a:cubicBezTo>
                    <a:pt x="7" y="436"/>
                    <a:pt x="7" y="437"/>
                    <a:pt x="7" y="438"/>
                  </a:cubicBezTo>
                  <a:cubicBezTo>
                    <a:pt x="6" y="439"/>
                    <a:pt x="6" y="440"/>
                    <a:pt x="6" y="440"/>
                  </a:cubicBezTo>
                  <a:cubicBezTo>
                    <a:pt x="6" y="441"/>
                    <a:pt x="5" y="441"/>
                    <a:pt x="5" y="442"/>
                  </a:cubicBezTo>
                  <a:cubicBezTo>
                    <a:pt x="3" y="448"/>
                    <a:pt x="0" y="455"/>
                    <a:pt x="1" y="462"/>
                  </a:cubicBezTo>
                  <a:cubicBezTo>
                    <a:pt x="1" y="468"/>
                    <a:pt x="7" y="476"/>
                    <a:pt x="14" y="474"/>
                  </a:cubicBezTo>
                  <a:cubicBezTo>
                    <a:pt x="14" y="475"/>
                    <a:pt x="15" y="475"/>
                    <a:pt x="16" y="475"/>
                  </a:cubicBezTo>
                  <a:cubicBezTo>
                    <a:pt x="17" y="475"/>
                    <a:pt x="18" y="475"/>
                    <a:pt x="17" y="474"/>
                  </a:cubicBezTo>
                  <a:cubicBezTo>
                    <a:pt x="18" y="474"/>
                    <a:pt x="19" y="474"/>
                    <a:pt x="20" y="474"/>
                  </a:cubicBezTo>
                  <a:cubicBezTo>
                    <a:pt x="23" y="474"/>
                    <a:pt x="25" y="473"/>
                    <a:pt x="28" y="471"/>
                  </a:cubicBezTo>
                  <a:cubicBezTo>
                    <a:pt x="33" y="467"/>
                    <a:pt x="34" y="459"/>
                    <a:pt x="37" y="453"/>
                  </a:cubicBezTo>
                  <a:cubicBezTo>
                    <a:pt x="40" y="449"/>
                    <a:pt x="43" y="444"/>
                    <a:pt x="48" y="442"/>
                  </a:cubicBezTo>
                  <a:cubicBezTo>
                    <a:pt x="53" y="441"/>
                    <a:pt x="59" y="444"/>
                    <a:pt x="60" y="449"/>
                  </a:cubicBezTo>
                  <a:cubicBezTo>
                    <a:pt x="61" y="452"/>
                    <a:pt x="57" y="458"/>
                    <a:pt x="55" y="461"/>
                  </a:cubicBezTo>
                  <a:cubicBezTo>
                    <a:pt x="52" y="466"/>
                    <a:pt x="49" y="471"/>
                    <a:pt x="50" y="478"/>
                  </a:cubicBezTo>
                  <a:cubicBezTo>
                    <a:pt x="52" y="482"/>
                    <a:pt x="56" y="485"/>
                    <a:pt x="61" y="487"/>
                  </a:cubicBezTo>
                  <a:cubicBezTo>
                    <a:pt x="65" y="488"/>
                    <a:pt x="71" y="490"/>
                    <a:pt x="75" y="489"/>
                  </a:cubicBezTo>
                  <a:cubicBezTo>
                    <a:pt x="76" y="488"/>
                    <a:pt x="77" y="488"/>
                    <a:pt x="78" y="487"/>
                  </a:cubicBezTo>
                  <a:cubicBezTo>
                    <a:pt x="81" y="486"/>
                    <a:pt x="84" y="483"/>
                    <a:pt x="85" y="480"/>
                  </a:cubicBezTo>
                  <a:cubicBezTo>
                    <a:pt x="88" y="476"/>
                    <a:pt x="90" y="470"/>
                    <a:pt x="91" y="465"/>
                  </a:cubicBezTo>
                  <a:cubicBezTo>
                    <a:pt x="94" y="453"/>
                    <a:pt x="92" y="440"/>
                    <a:pt x="86" y="429"/>
                  </a:cubicBezTo>
                  <a:cubicBezTo>
                    <a:pt x="87" y="428"/>
                    <a:pt x="88" y="426"/>
                    <a:pt x="89" y="425"/>
                  </a:cubicBezTo>
                  <a:cubicBezTo>
                    <a:pt x="89" y="425"/>
                    <a:pt x="89" y="425"/>
                    <a:pt x="89" y="425"/>
                  </a:cubicBezTo>
                  <a:cubicBezTo>
                    <a:pt x="91" y="415"/>
                    <a:pt x="92" y="404"/>
                    <a:pt x="96" y="394"/>
                  </a:cubicBezTo>
                  <a:cubicBezTo>
                    <a:pt x="97" y="395"/>
                    <a:pt x="99" y="395"/>
                    <a:pt x="100" y="395"/>
                  </a:cubicBezTo>
                  <a:cubicBezTo>
                    <a:pt x="101" y="394"/>
                    <a:pt x="102" y="392"/>
                    <a:pt x="101" y="391"/>
                  </a:cubicBezTo>
                  <a:cubicBezTo>
                    <a:pt x="100" y="390"/>
                    <a:pt x="99" y="390"/>
                    <a:pt x="98" y="389"/>
                  </a:cubicBezTo>
                  <a:cubicBezTo>
                    <a:pt x="98" y="389"/>
                    <a:pt x="98" y="388"/>
                    <a:pt x="99" y="388"/>
                  </a:cubicBezTo>
                  <a:cubicBezTo>
                    <a:pt x="104" y="377"/>
                    <a:pt x="111" y="367"/>
                    <a:pt x="119" y="358"/>
                  </a:cubicBezTo>
                  <a:cubicBezTo>
                    <a:pt x="127" y="349"/>
                    <a:pt x="137" y="342"/>
                    <a:pt x="147" y="335"/>
                  </a:cubicBezTo>
                  <a:cubicBezTo>
                    <a:pt x="153" y="331"/>
                    <a:pt x="159" y="328"/>
                    <a:pt x="166" y="325"/>
                  </a:cubicBezTo>
                  <a:cubicBezTo>
                    <a:pt x="167" y="324"/>
                    <a:pt x="169" y="324"/>
                    <a:pt x="170" y="323"/>
                  </a:cubicBezTo>
                  <a:cubicBezTo>
                    <a:pt x="171" y="339"/>
                    <a:pt x="172" y="355"/>
                    <a:pt x="173" y="371"/>
                  </a:cubicBezTo>
                  <a:cubicBezTo>
                    <a:pt x="173" y="382"/>
                    <a:pt x="173" y="393"/>
                    <a:pt x="173" y="403"/>
                  </a:cubicBezTo>
                  <a:cubicBezTo>
                    <a:pt x="173" y="414"/>
                    <a:pt x="174" y="425"/>
                    <a:pt x="174" y="436"/>
                  </a:cubicBezTo>
                  <a:cubicBezTo>
                    <a:pt x="175" y="454"/>
                    <a:pt x="174" y="472"/>
                    <a:pt x="172" y="490"/>
                  </a:cubicBezTo>
                  <a:cubicBezTo>
                    <a:pt x="172" y="492"/>
                    <a:pt x="173" y="494"/>
                    <a:pt x="174" y="495"/>
                  </a:cubicBezTo>
                  <a:cubicBezTo>
                    <a:pt x="174" y="496"/>
                    <a:pt x="174" y="498"/>
                    <a:pt x="175" y="499"/>
                  </a:cubicBezTo>
                  <a:cubicBezTo>
                    <a:pt x="177" y="506"/>
                    <a:pt x="185" y="514"/>
                    <a:pt x="193" y="514"/>
                  </a:cubicBezTo>
                  <a:cubicBezTo>
                    <a:pt x="194" y="514"/>
                    <a:pt x="196" y="513"/>
                    <a:pt x="197" y="512"/>
                  </a:cubicBezTo>
                  <a:cubicBezTo>
                    <a:pt x="206" y="515"/>
                    <a:pt x="217" y="513"/>
                    <a:pt x="225" y="514"/>
                  </a:cubicBezTo>
                  <a:cubicBezTo>
                    <a:pt x="229" y="514"/>
                    <a:pt x="232" y="514"/>
                    <a:pt x="235" y="514"/>
                  </a:cubicBezTo>
                  <a:cubicBezTo>
                    <a:pt x="235" y="516"/>
                    <a:pt x="235" y="518"/>
                    <a:pt x="235" y="520"/>
                  </a:cubicBezTo>
                  <a:cubicBezTo>
                    <a:pt x="234" y="522"/>
                    <a:pt x="233" y="526"/>
                    <a:pt x="233" y="529"/>
                  </a:cubicBezTo>
                  <a:cubicBezTo>
                    <a:pt x="222" y="530"/>
                    <a:pt x="211" y="531"/>
                    <a:pt x="200" y="531"/>
                  </a:cubicBezTo>
                  <a:cubicBezTo>
                    <a:pt x="184" y="531"/>
                    <a:pt x="167" y="532"/>
                    <a:pt x="151" y="532"/>
                  </a:cubicBezTo>
                  <a:cubicBezTo>
                    <a:pt x="143" y="532"/>
                    <a:pt x="135" y="531"/>
                    <a:pt x="127" y="531"/>
                  </a:cubicBezTo>
                  <a:cubicBezTo>
                    <a:pt x="127" y="531"/>
                    <a:pt x="126" y="531"/>
                    <a:pt x="126" y="531"/>
                  </a:cubicBezTo>
                  <a:cubicBezTo>
                    <a:pt x="124" y="530"/>
                    <a:pt x="123" y="530"/>
                    <a:pt x="122" y="530"/>
                  </a:cubicBezTo>
                  <a:cubicBezTo>
                    <a:pt x="112" y="528"/>
                    <a:pt x="102" y="529"/>
                    <a:pt x="93" y="534"/>
                  </a:cubicBezTo>
                  <a:cubicBezTo>
                    <a:pt x="77" y="541"/>
                    <a:pt x="69" y="562"/>
                    <a:pt x="73" y="578"/>
                  </a:cubicBezTo>
                  <a:cubicBezTo>
                    <a:pt x="77" y="595"/>
                    <a:pt x="93" y="604"/>
                    <a:pt x="108" y="607"/>
                  </a:cubicBezTo>
                  <a:cubicBezTo>
                    <a:pt x="118" y="609"/>
                    <a:pt x="128" y="610"/>
                    <a:pt x="138" y="610"/>
                  </a:cubicBezTo>
                  <a:cubicBezTo>
                    <a:pt x="145" y="611"/>
                    <a:pt x="153" y="611"/>
                    <a:pt x="160" y="610"/>
                  </a:cubicBezTo>
                  <a:cubicBezTo>
                    <a:pt x="171" y="610"/>
                    <a:pt x="182" y="609"/>
                    <a:pt x="193" y="609"/>
                  </a:cubicBezTo>
                  <a:cubicBezTo>
                    <a:pt x="215" y="608"/>
                    <a:pt x="236" y="610"/>
                    <a:pt x="257" y="611"/>
                  </a:cubicBezTo>
                  <a:cubicBezTo>
                    <a:pt x="279" y="611"/>
                    <a:pt x="301" y="611"/>
                    <a:pt x="323" y="609"/>
                  </a:cubicBezTo>
                  <a:cubicBezTo>
                    <a:pt x="343" y="608"/>
                    <a:pt x="363" y="606"/>
                    <a:pt x="382" y="604"/>
                  </a:cubicBezTo>
                  <a:cubicBezTo>
                    <a:pt x="392" y="603"/>
                    <a:pt x="402" y="603"/>
                    <a:pt x="411" y="604"/>
                  </a:cubicBezTo>
                  <a:cubicBezTo>
                    <a:pt x="422" y="604"/>
                    <a:pt x="432" y="605"/>
                    <a:pt x="442" y="605"/>
                  </a:cubicBezTo>
                  <a:cubicBezTo>
                    <a:pt x="462" y="606"/>
                    <a:pt x="482" y="605"/>
                    <a:pt x="502" y="604"/>
                  </a:cubicBezTo>
                  <a:cubicBezTo>
                    <a:pt x="512" y="603"/>
                    <a:pt x="522" y="603"/>
                    <a:pt x="531" y="603"/>
                  </a:cubicBezTo>
                  <a:cubicBezTo>
                    <a:pt x="535" y="603"/>
                    <a:pt x="539" y="603"/>
                    <a:pt x="542" y="602"/>
                  </a:cubicBezTo>
                  <a:cubicBezTo>
                    <a:pt x="549" y="604"/>
                    <a:pt x="556" y="603"/>
                    <a:pt x="563" y="603"/>
                  </a:cubicBezTo>
                  <a:cubicBezTo>
                    <a:pt x="571" y="602"/>
                    <a:pt x="579" y="601"/>
                    <a:pt x="586" y="597"/>
                  </a:cubicBezTo>
                  <a:cubicBezTo>
                    <a:pt x="598" y="592"/>
                    <a:pt x="604" y="580"/>
                    <a:pt x="605" y="567"/>
                  </a:cubicBezTo>
                  <a:cubicBezTo>
                    <a:pt x="606" y="555"/>
                    <a:pt x="601" y="542"/>
                    <a:pt x="592" y="533"/>
                  </a:cubicBezTo>
                  <a:cubicBezTo>
                    <a:pt x="586" y="528"/>
                    <a:pt x="580" y="525"/>
                    <a:pt x="573" y="523"/>
                  </a:cubicBezTo>
                  <a:cubicBezTo>
                    <a:pt x="570" y="522"/>
                    <a:pt x="566" y="522"/>
                    <a:pt x="563" y="521"/>
                  </a:cubicBezTo>
                  <a:cubicBezTo>
                    <a:pt x="559" y="521"/>
                    <a:pt x="555" y="521"/>
                    <a:pt x="552" y="523"/>
                  </a:cubicBezTo>
                  <a:cubicBezTo>
                    <a:pt x="552" y="523"/>
                    <a:pt x="552" y="523"/>
                    <a:pt x="552" y="523"/>
                  </a:cubicBezTo>
                  <a:cubicBezTo>
                    <a:pt x="547" y="524"/>
                    <a:pt x="541" y="525"/>
                    <a:pt x="536" y="525"/>
                  </a:cubicBezTo>
                  <a:cubicBezTo>
                    <a:pt x="525" y="527"/>
                    <a:pt x="514" y="527"/>
                    <a:pt x="503" y="527"/>
                  </a:cubicBezTo>
                  <a:cubicBezTo>
                    <a:pt x="481" y="526"/>
                    <a:pt x="458" y="527"/>
                    <a:pt x="436" y="527"/>
                  </a:cubicBezTo>
                  <a:cubicBezTo>
                    <a:pt x="431" y="527"/>
                    <a:pt x="426" y="527"/>
                    <a:pt x="420" y="527"/>
                  </a:cubicBezTo>
                  <a:cubicBezTo>
                    <a:pt x="420" y="525"/>
                    <a:pt x="420" y="523"/>
                    <a:pt x="419" y="522"/>
                  </a:cubicBezTo>
                  <a:cubicBezTo>
                    <a:pt x="419" y="520"/>
                    <a:pt x="419" y="517"/>
                    <a:pt x="418" y="515"/>
                  </a:cubicBezTo>
                  <a:cubicBezTo>
                    <a:pt x="421" y="515"/>
                    <a:pt x="423" y="515"/>
                    <a:pt x="426" y="515"/>
                  </a:cubicBezTo>
                  <a:cubicBezTo>
                    <a:pt x="432" y="514"/>
                    <a:pt x="438" y="514"/>
                    <a:pt x="444" y="514"/>
                  </a:cubicBezTo>
                  <a:cubicBezTo>
                    <a:pt x="450" y="514"/>
                    <a:pt x="456" y="514"/>
                    <a:pt x="462" y="514"/>
                  </a:cubicBezTo>
                  <a:cubicBezTo>
                    <a:pt x="468" y="513"/>
                    <a:pt x="474" y="512"/>
                    <a:pt x="479" y="508"/>
                  </a:cubicBezTo>
                  <a:cubicBezTo>
                    <a:pt x="481" y="507"/>
                    <a:pt x="483" y="505"/>
                    <a:pt x="485" y="504"/>
                  </a:cubicBezTo>
                  <a:cubicBezTo>
                    <a:pt x="485" y="503"/>
                    <a:pt x="485" y="503"/>
                    <a:pt x="486" y="502"/>
                  </a:cubicBezTo>
                  <a:cubicBezTo>
                    <a:pt x="486" y="502"/>
                    <a:pt x="486" y="501"/>
                    <a:pt x="487" y="500"/>
                  </a:cubicBezTo>
                  <a:cubicBezTo>
                    <a:pt x="487" y="499"/>
                    <a:pt x="488" y="498"/>
                    <a:pt x="488" y="496"/>
                  </a:cubicBezTo>
                  <a:cubicBezTo>
                    <a:pt x="488" y="495"/>
                    <a:pt x="487" y="494"/>
                    <a:pt x="487" y="493"/>
                  </a:cubicBezTo>
                  <a:cubicBezTo>
                    <a:pt x="487" y="490"/>
                    <a:pt x="487" y="488"/>
                    <a:pt x="487" y="485"/>
                  </a:cubicBezTo>
                  <a:cubicBezTo>
                    <a:pt x="488" y="480"/>
                    <a:pt x="489" y="474"/>
                    <a:pt x="489" y="469"/>
                  </a:cubicBezTo>
                  <a:cubicBezTo>
                    <a:pt x="490" y="458"/>
                    <a:pt x="490" y="447"/>
                    <a:pt x="491" y="436"/>
                  </a:cubicBezTo>
                  <a:cubicBezTo>
                    <a:pt x="491" y="425"/>
                    <a:pt x="492" y="414"/>
                    <a:pt x="492" y="403"/>
                  </a:cubicBezTo>
                  <a:cubicBezTo>
                    <a:pt x="493" y="391"/>
                    <a:pt x="492" y="380"/>
                    <a:pt x="493" y="369"/>
                  </a:cubicBezTo>
                  <a:cubicBezTo>
                    <a:pt x="494" y="358"/>
                    <a:pt x="493" y="347"/>
                    <a:pt x="493" y="336"/>
                  </a:cubicBezTo>
                  <a:cubicBezTo>
                    <a:pt x="493" y="331"/>
                    <a:pt x="493" y="325"/>
                    <a:pt x="493" y="320"/>
                  </a:cubicBezTo>
                  <a:cubicBezTo>
                    <a:pt x="494" y="320"/>
                    <a:pt x="495" y="321"/>
                    <a:pt x="496" y="321"/>
                  </a:cubicBezTo>
                  <a:cubicBezTo>
                    <a:pt x="502" y="325"/>
                    <a:pt x="507" y="329"/>
                    <a:pt x="512" y="333"/>
                  </a:cubicBezTo>
                  <a:cubicBezTo>
                    <a:pt x="517" y="338"/>
                    <a:pt x="522" y="342"/>
                    <a:pt x="527" y="347"/>
                  </a:cubicBezTo>
                  <a:cubicBezTo>
                    <a:pt x="532" y="352"/>
                    <a:pt x="538" y="357"/>
                    <a:pt x="544" y="362"/>
                  </a:cubicBezTo>
                  <a:cubicBezTo>
                    <a:pt x="555" y="372"/>
                    <a:pt x="565" y="383"/>
                    <a:pt x="573" y="395"/>
                  </a:cubicBezTo>
                  <a:cubicBezTo>
                    <a:pt x="577" y="402"/>
                    <a:pt x="581" y="408"/>
                    <a:pt x="586" y="414"/>
                  </a:cubicBezTo>
                  <a:cubicBezTo>
                    <a:pt x="588" y="417"/>
                    <a:pt x="590" y="420"/>
                    <a:pt x="591" y="423"/>
                  </a:cubicBezTo>
                  <a:cubicBezTo>
                    <a:pt x="593" y="427"/>
                    <a:pt x="594" y="431"/>
                    <a:pt x="596" y="434"/>
                  </a:cubicBezTo>
                  <a:cubicBezTo>
                    <a:pt x="596" y="434"/>
                    <a:pt x="596" y="434"/>
                    <a:pt x="596" y="434"/>
                  </a:cubicBezTo>
                  <a:cubicBezTo>
                    <a:pt x="595" y="436"/>
                    <a:pt x="593" y="439"/>
                    <a:pt x="592" y="441"/>
                  </a:cubicBezTo>
                  <a:cubicBezTo>
                    <a:pt x="589" y="449"/>
                    <a:pt x="587" y="457"/>
                    <a:pt x="586" y="465"/>
                  </a:cubicBezTo>
                  <a:cubicBezTo>
                    <a:pt x="586" y="469"/>
                    <a:pt x="586" y="474"/>
                    <a:pt x="587" y="478"/>
                  </a:cubicBezTo>
                  <a:cubicBezTo>
                    <a:pt x="587" y="480"/>
                    <a:pt x="588" y="483"/>
                    <a:pt x="589" y="485"/>
                  </a:cubicBezTo>
                  <a:cubicBezTo>
                    <a:pt x="588" y="489"/>
                    <a:pt x="589" y="493"/>
                    <a:pt x="593" y="494"/>
                  </a:cubicBezTo>
                  <a:cubicBezTo>
                    <a:pt x="596" y="494"/>
                    <a:pt x="599" y="494"/>
                    <a:pt x="601" y="494"/>
                  </a:cubicBezTo>
                  <a:cubicBezTo>
                    <a:pt x="604" y="494"/>
                    <a:pt x="607" y="494"/>
                    <a:pt x="610" y="494"/>
                  </a:cubicBezTo>
                  <a:cubicBezTo>
                    <a:pt x="616" y="494"/>
                    <a:pt x="622" y="492"/>
                    <a:pt x="626" y="487"/>
                  </a:cubicBezTo>
                  <a:cubicBezTo>
                    <a:pt x="630" y="480"/>
                    <a:pt x="627" y="474"/>
                    <a:pt x="626" y="467"/>
                  </a:cubicBezTo>
                  <a:cubicBezTo>
                    <a:pt x="625" y="461"/>
                    <a:pt x="625" y="455"/>
                    <a:pt x="629" y="451"/>
                  </a:cubicBezTo>
                  <a:cubicBezTo>
                    <a:pt x="638" y="442"/>
                    <a:pt x="652" y="455"/>
                    <a:pt x="656" y="463"/>
                  </a:cubicBezTo>
                  <a:cubicBezTo>
                    <a:pt x="659" y="468"/>
                    <a:pt x="663" y="477"/>
                    <a:pt x="670" y="477"/>
                  </a:cubicBezTo>
                  <a:cubicBezTo>
                    <a:pt x="673" y="477"/>
                    <a:pt x="676" y="475"/>
                    <a:pt x="677" y="473"/>
                  </a:cubicBezTo>
                  <a:cubicBezTo>
                    <a:pt x="678" y="472"/>
                    <a:pt x="679" y="472"/>
                    <a:pt x="680" y="471"/>
                  </a:cubicBezTo>
                  <a:cubicBezTo>
                    <a:pt x="684" y="467"/>
                    <a:pt x="683" y="462"/>
                    <a:pt x="682" y="458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20" name="íšľiḓe">
              <a:extLst>
                <a:ext uri="{FF2B5EF4-FFF2-40B4-BE49-F238E27FC236}">
                  <a16:creationId xmlns:a16="http://schemas.microsoft.com/office/drawing/2014/main" id="{84824B80-C2B1-48B7-B382-6999D6D58F55}"/>
                </a:ext>
              </a:extLst>
            </p:cNvPr>
            <p:cNvSpPr/>
            <p:nvPr/>
          </p:nvSpPr>
          <p:spPr bwMode="auto">
            <a:xfrm>
              <a:off x="4959703" y="2683578"/>
              <a:ext cx="145664" cy="2374644"/>
            </a:xfrm>
            <a:custGeom>
              <a:avLst/>
              <a:gdLst>
                <a:gd name="T0" fmla="*/ 13 w 21"/>
                <a:gd name="T1" fmla="*/ 338 h 338"/>
                <a:gd name="T2" fmla="*/ 8 w 21"/>
                <a:gd name="T3" fmla="*/ 335 h 338"/>
                <a:gd name="T4" fmla="*/ 7 w 21"/>
                <a:gd name="T5" fmla="*/ 334 h 338"/>
                <a:gd name="T6" fmla="*/ 5 w 21"/>
                <a:gd name="T7" fmla="*/ 331 h 338"/>
                <a:gd name="T8" fmla="*/ 4 w 21"/>
                <a:gd name="T9" fmla="*/ 324 h 338"/>
                <a:gd name="T10" fmla="*/ 4 w 21"/>
                <a:gd name="T11" fmla="*/ 323 h 338"/>
                <a:gd name="T12" fmla="*/ 13 w 21"/>
                <a:gd name="T13" fmla="*/ 323 h 338"/>
                <a:gd name="T14" fmla="*/ 13 w 21"/>
                <a:gd name="T15" fmla="*/ 338 h 338"/>
                <a:gd name="T16" fmla="*/ 11 w 21"/>
                <a:gd name="T17" fmla="*/ 222 h 338"/>
                <a:gd name="T18" fmla="*/ 9 w 21"/>
                <a:gd name="T19" fmla="*/ 222 h 338"/>
                <a:gd name="T20" fmla="*/ 6 w 21"/>
                <a:gd name="T21" fmla="*/ 223 h 338"/>
                <a:gd name="T22" fmla="*/ 5 w 21"/>
                <a:gd name="T23" fmla="*/ 202 h 338"/>
                <a:gd name="T24" fmla="*/ 2 w 21"/>
                <a:gd name="T25" fmla="*/ 136 h 338"/>
                <a:gd name="T26" fmla="*/ 1 w 21"/>
                <a:gd name="T27" fmla="*/ 69 h 338"/>
                <a:gd name="T28" fmla="*/ 1 w 21"/>
                <a:gd name="T29" fmla="*/ 38 h 338"/>
                <a:gd name="T30" fmla="*/ 1 w 21"/>
                <a:gd name="T31" fmla="*/ 23 h 338"/>
                <a:gd name="T32" fmla="*/ 0 w 21"/>
                <a:gd name="T33" fmla="*/ 13 h 338"/>
                <a:gd name="T34" fmla="*/ 3 w 21"/>
                <a:gd name="T35" fmla="*/ 5 h 338"/>
                <a:gd name="T36" fmla="*/ 9 w 21"/>
                <a:gd name="T37" fmla="*/ 1 h 338"/>
                <a:gd name="T38" fmla="*/ 21 w 21"/>
                <a:gd name="T39" fmla="*/ 0 h 338"/>
                <a:gd name="T40" fmla="*/ 21 w 21"/>
                <a:gd name="T41" fmla="*/ 0 h 338"/>
                <a:gd name="T42" fmla="*/ 9 w 21"/>
                <a:gd name="T43" fmla="*/ 70 h 338"/>
                <a:gd name="T44" fmla="*/ 11 w 21"/>
                <a:gd name="T45" fmla="*/ 222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338">
                  <a:moveTo>
                    <a:pt x="13" y="338"/>
                  </a:moveTo>
                  <a:cubicBezTo>
                    <a:pt x="11" y="337"/>
                    <a:pt x="9" y="336"/>
                    <a:pt x="8" y="335"/>
                  </a:cubicBezTo>
                  <a:cubicBezTo>
                    <a:pt x="7" y="335"/>
                    <a:pt x="7" y="334"/>
                    <a:pt x="7" y="334"/>
                  </a:cubicBezTo>
                  <a:cubicBezTo>
                    <a:pt x="6" y="332"/>
                    <a:pt x="6" y="332"/>
                    <a:pt x="5" y="331"/>
                  </a:cubicBezTo>
                  <a:cubicBezTo>
                    <a:pt x="5" y="329"/>
                    <a:pt x="4" y="327"/>
                    <a:pt x="4" y="324"/>
                  </a:cubicBezTo>
                  <a:cubicBezTo>
                    <a:pt x="4" y="324"/>
                    <a:pt x="4" y="323"/>
                    <a:pt x="4" y="323"/>
                  </a:cubicBezTo>
                  <a:cubicBezTo>
                    <a:pt x="7" y="323"/>
                    <a:pt x="10" y="323"/>
                    <a:pt x="13" y="323"/>
                  </a:cubicBezTo>
                  <a:lnTo>
                    <a:pt x="13" y="338"/>
                  </a:lnTo>
                  <a:close/>
                  <a:moveTo>
                    <a:pt x="11" y="222"/>
                  </a:moveTo>
                  <a:cubicBezTo>
                    <a:pt x="11" y="222"/>
                    <a:pt x="10" y="222"/>
                    <a:pt x="9" y="222"/>
                  </a:cubicBezTo>
                  <a:cubicBezTo>
                    <a:pt x="8" y="222"/>
                    <a:pt x="7" y="222"/>
                    <a:pt x="6" y="223"/>
                  </a:cubicBezTo>
                  <a:cubicBezTo>
                    <a:pt x="6" y="216"/>
                    <a:pt x="6" y="209"/>
                    <a:pt x="5" y="202"/>
                  </a:cubicBezTo>
                  <a:cubicBezTo>
                    <a:pt x="5" y="180"/>
                    <a:pt x="2" y="158"/>
                    <a:pt x="2" y="136"/>
                  </a:cubicBezTo>
                  <a:cubicBezTo>
                    <a:pt x="1" y="113"/>
                    <a:pt x="1" y="91"/>
                    <a:pt x="1" y="69"/>
                  </a:cubicBezTo>
                  <a:cubicBezTo>
                    <a:pt x="1" y="58"/>
                    <a:pt x="2" y="48"/>
                    <a:pt x="1" y="38"/>
                  </a:cubicBezTo>
                  <a:cubicBezTo>
                    <a:pt x="1" y="33"/>
                    <a:pt x="1" y="28"/>
                    <a:pt x="1" y="23"/>
                  </a:cubicBezTo>
                  <a:cubicBezTo>
                    <a:pt x="1" y="20"/>
                    <a:pt x="1" y="17"/>
                    <a:pt x="0" y="13"/>
                  </a:cubicBezTo>
                  <a:cubicBezTo>
                    <a:pt x="1" y="10"/>
                    <a:pt x="2" y="7"/>
                    <a:pt x="3" y="5"/>
                  </a:cubicBezTo>
                  <a:cubicBezTo>
                    <a:pt x="5" y="3"/>
                    <a:pt x="7" y="2"/>
                    <a:pt x="9" y="1"/>
                  </a:cubicBezTo>
                  <a:cubicBezTo>
                    <a:pt x="13" y="0"/>
                    <a:pt x="17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8" y="2"/>
                    <a:pt x="9" y="70"/>
                  </a:cubicBezTo>
                  <a:cubicBezTo>
                    <a:pt x="10" y="100"/>
                    <a:pt x="11" y="163"/>
                    <a:pt x="11" y="22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23" name="îs1îḓê">
              <a:extLst>
                <a:ext uri="{FF2B5EF4-FFF2-40B4-BE49-F238E27FC236}">
                  <a16:creationId xmlns:a16="http://schemas.microsoft.com/office/drawing/2014/main" id="{46F6DED7-FAB2-418D-A28B-D0B3E126A773}"/>
                </a:ext>
              </a:extLst>
            </p:cNvPr>
            <p:cNvSpPr/>
            <p:nvPr/>
          </p:nvSpPr>
          <p:spPr bwMode="auto">
            <a:xfrm>
              <a:off x="6670394" y="2653091"/>
              <a:ext cx="392951" cy="2422069"/>
            </a:xfrm>
            <a:custGeom>
              <a:avLst/>
              <a:gdLst>
                <a:gd name="T0" fmla="*/ 55 w 56"/>
                <a:gd name="T1" fmla="*/ 231 h 344"/>
                <a:gd name="T2" fmla="*/ 55 w 56"/>
                <a:gd name="T3" fmla="*/ 231 h 344"/>
                <a:gd name="T4" fmla="*/ 55 w 56"/>
                <a:gd name="T5" fmla="*/ 265 h 344"/>
                <a:gd name="T6" fmla="*/ 53 w 56"/>
                <a:gd name="T7" fmla="*/ 305 h 344"/>
                <a:gd name="T8" fmla="*/ 53 w 56"/>
                <a:gd name="T9" fmla="*/ 336 h 344"/>
                <a:gd name="T10" fmla="*/ 49 w 56"/>
                <a:gd name="T11" fmla="*/ 339 h 344"/>
                <a:gd name="T12" fmla="*/ 36 w 56"/>
                <a:gd name="T13" fmla="*/ 343 h 344"/>
                <a:gd name="T14" fmla="*/ 21 w 56"/>
                <a:gd name="T15" fmla="*/ 343 h 344"/>
                <a:gd name="T16" fmla="*/ 5 w 56"/>
                <a:gd name="T17" fmla="*/ 343 h 344"/>
                <a:gd name="T18" fmla="*/ 0 w 56"/>
                <a:gd name="T19" fmla="*/ 344 h 344"/>
                <a:gd name="T20" fmla="*/ 22 w 56"/>
                <a:gd name="T21" fmla="*/ 0 h 344"/>
                <a:gd name="T22" fmla="*/ 22 w 56"/>
                <a:gd name="T23" fmla="*/ 0 h 344"/>
                <a:gd name="T24" fmla="*/ 28 w 56"/>
                <a:gd name="T25" fmla="*/ 1 h 344"/>
                <a:gd name="T26" fmla="*/ 50 w 56"/>
                <a:gd name="T27" fmla="*/ 6 h 344"/>
                <a:gd name="T28" fmla="*/ 53 w 56"/>
                <a:gd name="T29" fmla="*/ 7 h 344"/>
                <a:gd name="T30" fmla="*/ 55 w 56"/>
                <a:gd name="T31" fmla="*/ 8 h 344"/>
                <a:gd name="T32" fmla="*/ 55 w 56"/>
                <a:gd name="T33" fmla="*/ 19 h 344"/>
                <a:gd name="T34" fmla="*/ 54 w 56"/>
                <a:gd name="T35" fmla="*/ 36 h 344"/>
                <a:gd name="T36" fmla="*/ 54 w 56"/>
                <a:gd name="T37" fmla="*/ 69 h 344"/>
                <a:gd name="T38" fmla="*/ 54 w 56"/>
                <a:gd name="T39" fmla="*/ 134 h 344"/>
                <a:gd name="T40" fmla="*/ 55 w 56"/>
                <a:gd name="T41" fmla="*/ 150 h 344"/>
                <a:gd name="T42" fmla="*/ 55 w 56"/>
                <a:gd name="T43" fmla="*/ 150 h 344"/>
                <a:gd name="T44" fmla="*/ 55 w 56"/>
                <a:gd name="T45" fmla="*/ 155 h 344"/>
                <a:gd name="T46" fmla="*/ 56 w 56"/>
                <a:gd name="T47" fmla="*/ 166 h 344"/>
                <a:gd name="T48" fmla="*/ 56 w 56"/>
                <a:gd name="T49" fmla="*/ 198 h 344"/>
                <a:gd name="T50" fmla="*/ 55 w 56"/>
                <a:gd name="T51" fmla="*/ 231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6" h="344">
                  <a:moveTo>
                    <a:pt x="55" y="231"/>
                  </a:moveTo>
                  <a:cubicBezTo>
                    <a:pt x="55" y="231"/>
                    <a:pt x="55" y="231"/>
                    <a:pt x="55" y="231"/>
                  </a:cubicBezTo>
                  <a:cubicBezTo>
                    <a:pt x="55" y="243"/>
                    <a:pt x="55" y="254"/>
                    <a:pt x="55" y="265"/>
                  </a:cubicBezTo>
                  <a:cubicBezTo>
                    <a:pt x="54" y="278"/>
                    <a:pt x="54" y="292"/>
                    <a:pt x="53" y="305"/>
                  </a:cubicBezTo>
                  <a:cubicBezTo>
                    <a:pt x="52" y="315"/>
                    <a:pt x="51" y="326"/>
                    <a:pt x="53" y="336"/>
                  </a:cubicBezTo>
                  <a:cubicBezTo>
                    <a:pt x="51" y="337"/>
                    <a:pt x="50" y="338"/>
                    <a:pt x="49" y="339"/>
                  </a:cubicBezTo>
                  <a:cubicBezTo>
                    <a:pt x="45" y="342"/>
                    <a:pt x="41" y="342"/>
                    <a:pt x="36" y="343"/>
                  </a:cubicBezTo>
                  <a:cubicBezTo>
                    <a:pt x="31" y="343"/>
                    <a:pt x="26" y="343"/>
                    <a:pt x="21" y="343"/>
                  </a:cubicBezTo>
                  <a:cubicBezTo>
                    <a:pt x="16" y="343"/>
                    <a:pt x="10" y="343"/>
                    <a:pt x="5" y="343"/>
                  </a:cubicBezTo>
                  <a:cubicBezTo>
                    <a:pt x="3" y="343"/>
                    <a:pt x="2" y="343"/>
                    <a:pt x="0" y="344"/>
                  </a:cubicBezTo>
                  <a:cubicBezTo>
                    <a:pt x="49" y="20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4" y="0"/>
                    <a:pt x="26" y="1"/>
                    <a:pt x="28" y="1"/>
                  </a:cubicBezTo>
                  <a:cubicBezTo>
                    <a:pt x="36" y="2"/>
                    <a:pt x="43" y="4"/>
                    <a:pt x="50" y="6"/>
                  </a:cubicBezTo>
                  <a:cubicBezTo>
                    <a:pt x="51" y="6"/>
                    <a:pt x="52" y="7"/>
                    <a:pt x="53" y="7"/>
                  </a:cubicBezTo>
                  <a:cubicBezTo>
                    <a:pt x="54" y="8"/>
                    <a:pt x="55" y="8"/>
                    <a:pt x="55" y="8"/>
                  </a:cubicBezTo>
                  <a:cubicBezTo>
                    <a:pt x="55" y="12"/>
                    <a:pt x="55" y="15"/>
                    <a:pt x="55" y="19"/>
                  </a:cubicBezTo>
                  <a:cubicBezTo>
                    <a:pt x="54" y="24"/>
                    <a:pt x="54" y="30"/>
                    <a:pt x="54" y="36"/>
                  </a:cubicBezTo>
                  <a:cubicBezTo>
                    <a:pt x="54" y="47"/>
                    <a:pt x="54" y="58"/>
                    <a:pt x="54" y="69"/>
                  </a:cubicBezTo>
                  <a:cubicBezTo>
                    <a:pt x="54" y="91"/>
                    <a:pt x="52" y="112"/>
                    <a:pt x="54" y="134"/>
                  </a:cubicBezTo>
                  <a:cubicBezTo>
                    <a:pt x="54" y="139"/>
                    <a:pt x="55" y="145"/>
                    <a:pt x="55" y="150"/>
                  </a:cubicBezTo>
                  <a:cubicBezTo>
                    <a:pt x="55" y="150"/>
                    <a:pt x="55" y="150"/>
                    <a:pt x="55" y="150"/>
                  </a:cubicBezTo>
                  <a:cubicBezTo>
                    <a:pt x="54" y="152"/>
                    <a:pt x="54" y="154"/>
                    <a:pt x="55" y="155"/>
                  </a:cubicBezTo>
                  <a:cubicBezTo>
                    <a:pt x="56" y="159"/>
                    <a:pt x="56" y="162"/>
                    <a:pt x="56" y="166"/>
                  </a:cubicBezTo>
                  <a:cubicBezTo>
                    <a:pt x="56" y="177"/>
                    <a:pt x="56" y="187"/>
                    <a:pt x="56" y="198"/>
                  </a:cubicBezTo>
                  <a:cubicBezTo>
                    <a:pt x="56" y="209"/>
                    <a:pt x="55" y="220"/>
                    <a:pt x="55" y="23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24" name="iṥḻïḍe">
              <a:extLst>
                <a:ext uri="{FF2B5EF4-FFF2-40B4-BE49-F238E27FC236}">
                  <a16:creationId xmlns:a16="http://schemas.microsoft.com/office/drawing/2014/main" id="{F4A1D787-F627-491B-899B-71D7BAA572D0}"/>
                </a:ext>
              </a:extLst>
            </p:cNvPr>
            <p:cNvSpPr/>
            <p:nvPr/>
          </p:nvSpPr>
          <p:spPr bwMode="auto">
            <a:xfrm>
              <a:off x="5305229" y="2639541"/>
              <a:ext cx="1449853" cy="829940"/>
            </a:xfrm>
            <a:custGeom>
              <a:avLst/>
              <a:gdLst>
                <a:gd name="T0" fmla="*/ 190 w 206"/>
                <a:gd name="T1" fmla="*/ 88 h 118"/>
                <a:gd name="T2" fmla="*/ 205 w 206"/>
                <a:gd name="T3" fmla="*/ 64 h 118"/>
                <a:gd name="T4" fmla="*/ 204 w 206"/>
                <a:gd name="T5" fmla="*/ 51 h 118"/>
                <a:gd name="T6" fmla="*/ 204 w 206"/>
                <a:gd name="T7" fmla="*/ 50 h 118"/>
                <a:gd name="T8" fmla="*/ 190 w 206"/>
                <a:gd name="T9" fmla="*/ 30 h 118"/>
                <a:gd name="T10" fmla="*/ 171 w 206"/>
                <a:gd name="T11" fmla="*/ 16 h 118"/>
                <a:gd name="T12" fmla="*/ 116 w 206"/>
                <a:gd name="T13" fmla="*/ 2 h 118"/>
                <a:gd name="T14" fmla="*/ 9 w 206"/>
                <a:gd name="T15" fmla="*/ 41 h 118"/>
                <a:gd name="T16" fmla="*/ 10 w 206"/>
                <a:gd name="T17" fmla="*/ 44 h 118"/>
                <a:gd name="T18" fmla="*/ 10 w 206"/>
                <a:gd name="T19" fmla="*/ 44 h 118"/>
                <a:gd name="T20" fmla="*/ 0 w 206"/>
                <a:gd name="T21" fmla="*/ 67 h 118"/>
                <a:gd name="T22" fmla="*/ 30 w 206"/>
                <a:gd name="T23" fmla="*/ 106 h 118"/>
                <a:gd name="T24" fmla="*/ 82 w 206"/>
                <a:gd name="T25" fmla="*/ 116 h 118"/>
                <a:gd name="T26" fmla="*/ 143 w 206"/>
                <a:gd name="T27" fmla="*/ 114 h 118"/>
                <a:gd name="T28" fmla="*/ 190 w 206"/>
                <a:gd name="T29" fmla="*/ 88 h 118"/>
                <a:gd name="T30" fmla="*/ 62 w 206"/>
                <a:gd name="T31" fmla="*/ 106 h 118"/>
                <a:gd name="T32" fmla="*/ 62 w 206"/>
                <a:gd name="T33" fmla="*/ 106 h 118"/>
                <a:gd name="T34" fmla="*/ 17 w 206"/>
                <a:gd name="T35" fmla="*/ 88 h 118"/>
                <a:gd name="T36" fmla="*/ 8 w 206"/>
                <a:gd name="T37" fmla="*/ 56 h 118"/>
                <a:gd name="T38" fmla="*/ 32 w 206"/>
                <a:gd name="T39" fmla="*/ 35 h 118"/>
                <a:gd name="T40" fmla="*/ 32 w 206"/>
                <a:gd name="T41" fmla="*/ 31 h 118"/>
                <a:gd name="T42" fmla="*/ 112 w 206"/>
                <a:gd name="T43" fmla="*/ 9 h 118"/>
                <a:gd name="T44" fmla="*/ 166 w 206"/>
                <a:gd name="T45" fmla="*/ 21 h 118"/>
                <a:gd name="T46" fmla="*/ 184 w 206"/>
                <a:gd name="T47" fmla="*/ 34 h 118"/>
                <a:gd name="T48" fmla="*/ 192 w 206"/>
                <a:gd name="T49" fmla="*/ 43 h 118"/>
                <a:gd name="T50" fmla="*/ 197 w 206"/>
                <a:gd name="T51" fmla="*/ 51 h 118"/>
                <a:gd name="T52" fmla="*/ 195 w 206"/>
                <a:gd name="T53" fmla="*/ 69 h 118"/>
                <a:gd name="T54" fmla="*/ 175 w 206"/>
                <a:gd name="T55" fmla="*/ 90 h 118"/>
                <a:gd name="T56" fmla="*/ 125 w 206"/>
                <a:gd name="T57" fmla="*/ 107 h 118"/>
                <a:gd name="T58" fmla="*/ 62 w 206"/>
                <a:gd name="T59" fmla="*/ 106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06" h="118">
                  <a:moveTo>
                    <a:pt x="190" y="88"/>
                  </a:moveTo>
                  <a:cubicBezTo>
                    <a:pt x="197" y="81"/>
                    <a:pt x="203" y="73"/>
                    <a:pt x="205" y="64"/>
                  </a:cubicBezTo>
                  <a:cubicBezTo>
                    <a:pt x="206" y="59"/>
                    <a:pt x="205" y="55"/>
                    <a:pt x="204" y="51"/>
                  </a:cubicBezTo>
                  <a:cubicBezTo>
                    <a:pt x="204" y="50"/>
                    <a:pt x="204" y="50"/>
                    <a:pt x="204" y="50"/>
                  </a:cubicBezTo>
                  <a:cubicBezTo>
                    <a:pt x="202" y="43"/>
                    <a:pt x="195" y="36"/>
                    <a:pt x="190" y="30"/>
                  </a:cubicBezTo>
                  <a:cubicBezTo>
                    <a:pt x="185" y="24"/>
                    <a:pt x="178" y="19"/>
                    <a:pt x="171" y="16"/>
                  </a:cubicBezTo>
                  <a:cubicBezTo>
                    <a:pt x="154" y="7"/>
                    <a:pt x="134" y="3"/>
                    <a:pt x="116" y="2"/>
                  </a:cubicBezTo>
                  <a:cubicBezTo>
                    <a:pt x="76" y="0"/>
                    <a:pt x="40" y="18"/>
                    <a:pt x="9" y="41"/>
                  </a:cubicBezTo>
                  <a:cubicBezTo>
                    <a:pt x="8" y="42"/>
                    <a:pt x="9" y="44"/>
                    <a:pt x="10" y="44"/>
                  </a:cubicBezTo>
                  <a:cubicBezTo>
                    <a:pt x="10" y="44"/>
                    <a:pt x="10" y="44"/>
                    <a:pt x="10" y="44"/>
                  </a:cubicBezTo>
                  <a:cubicBezTo>
                    <a:pt x="3" y="50"/>
                    <a:pt x="0" y="58"/>
                    <a:pt x="0" y="67"/>
                  </a:cubicBezTo>
                  <a:cubicBezTo>
                    <a:pt x="2" y="84"/>
                    <a:pt x="16" y="97"/>
                    <a:pt x="30" y="106"/>
                  </a:cubicBezTo>
                  <a:cubicBezTo>
                    <a:pt x="46" y="115"/>
                    <a:pt x="65" y="115"/>
                    <a:pt x="82" y="116"/>
                  </a:cubicBezTo>
                  <a:cubicBezTo>
                    <a:pt x="102" y="117"/>
                    <a:pt x="123" y="118"/>
                    <a:pt x="143" y="114"/>
                  </a:cubicBezTo>
                  <a:cubicBezTo>
                    <a:pt x="161" y="110"/>
                    <a:pt x="178" y="101"/>
                    <a:pt x="190" y="88"/>
                  </a:cubicBezTo>
                  <a:close/>
                  <a:moveTo>
                    <a:pt x="62" y="106"/>
                  </a:moveTo>
                  <a:cubicBezTo>
                    <a:pt x="62" y="106"/>
                    <a:pt x="62" y="106"/>
                    <a:pt x="62" y="106"/>
                  </a:cubicBezTo>
                  <a:cubicBezTo>
                    <a:pt x="46" y="105"/>
                    <a:pt x="28" y="100"/>
                    <a:pt x="17" y="88"/>
                  </a:cubicBezTo>
                  <a:cubicBezTo>
                    <a:pt x="9" y="79"/>
                    <a:pt x="3" y="67"/>
                    <a:pt x="8" y="56"/>
                  </a:cubicBezTo>
                  <a:cubicBezTo>
                    <a:pt x="13" y="45"/>
                    <a:pt x="25" y="42"/>
                    <a:pt x="32" y="35"/>
                  </a:cubicBezTo>
                  <a:cubicBezTo>
                    <a:pt x="34" y="34"/>
                    <a:pt x="33" y="32"/>
                    <a:pt x="32" y="31"/>
                  </a:cubicBezTo>
                  <a:cubicBezTo>
                    <a:pt x="57" y="18"/>
                    <a:pt x="84" y="8"/>
                    <a:pt x="112" y="9"/>
                  </a:cubicBezTo>
                  <a:cubicBezTo>
                    <a:pt x="130" y="9"/>
                    <a:pt x="149" y="14"/>
                    <a:pt x="166" y="21"/>
                  </a:cubicBezTo>
                  <a:cubicBezTo>
                    <a:pt x="173" y="24"/>
                    <a:pt x="179" y="28"/>
                    <a:pt x="184" y="34"/>
                  </a:cubicBezTo>
                  <a:cubicBezTo>
                    <a:pt x="187" y="36"/>
                    <a:pt x="189" y="40"/>
                    <a:pt x="192" y="43"/>
                  </a:cubicBezTo>
                  <a:cubicBezTo>
                    <a:pt x="194" y="46"/>
                    <a:pt x="195" y="49"/>
                    <a:pt x="197" y="51"/>
                  </a:cubicBezTo>
                  <a:cubicBezTo>
                    <a:pt x="198" y="57"/>
                    <a:pt x="198" y="63"/>
                    <a:pt x="195" y="69"/>
                  </a:cubicBezTo>
                  <a:cubicBezTo>
                    <a:pt x="190" y="77"/>
                    <a:pt x="183" y="84"/>
                    <a:pt x="175" y="90"/>
                  </a:cubicBezTo>
                  <a:cubicBezTo>
                    <a:pt x="161" y="100"/>
                    <a:pt x="143" y="107"/>
                    <a:pt x="125" y="107"/>
                  </a:cubicBezTo>
                  <a:cubicBezTo>
                    <a:pt x="104" y="108"/>
                    <a:pt x="83" y="108"/>
                    <a:pt x="62" y="10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25" name="îṣľïḋè">
              <a:extLst>
                <a:ext uri="{FF2B5EF4-FFF2-40B4-BE49-F238E27FC236}">
                  <a16:creationId xmlns:a16="http://schemas.microsoft.com/office/drawing/2014/main" id="{9D01063A-D624-4814-98F4-28714B64122E}"/>
                </a:ext>
              </a:extLst>
            </p:cNvPr>
            <p:cNvSpPr/>
            <p:nvPr/>
          </p:nvSpPr>
          <p:spPr bwMode="auto">
            <a:xfrm>
              <a:off x="5664305" y="2815692"/>
              <a:ext cx="182925" cy="189700"/>
            </a:xfrm>
            <a:custGeom>
              <a:avLst/>
              <a:gdLst>
                <a:gd name="T0" fmla="*/ 18 w 26"/>
                <a:gd name="T1" fmla="*/ 2 h 27"/>
                <a:gd name="T2" fmla="*/ 4 w 26"/>
                <a:gd name="T3" fmla="*/ 4 h 27"/>
                <a:gd name="T4" fmla="*/ 1 w 26"/>
                <a:gd name="T5" fmla="*/ 14 h 27"/>
                <a:gd name="T6" fmla="*/ 6 w 26"/>
                <a:gd name="T7" fmla="*/ 25 h 27"/>
                <a:gd name="T8" fmla="*/ 18 w 26"/>
                <a:gd name="T9" fmla="*/ 24 h 27"/>
                <a:gd name="T10" fmla="*/ 26 w 26"/>
                <a:gd name="T11" fmla="*/ 12 h 27"/>
                <a:gd name="T12" fmla="*/ 18 w 26"/>
                <a:gd name="T13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7">
                  <a:moveTo>
                    <a:pt x="18" y="2"/>
                  </a:moveTo>
                  <a:cubicBezTo>
                    <a:pt x="13" y="0"/>
                    <a:pt x="8" y="1"/>
                    <a:pt x="4" y="4"/>
                  </a:cubicBezTo>
                  <a:cubicBezTo>
                    <a:pt x="1" y="6"/>
                    <a:pt x="0" y="10"/>
                    <a:pt x="1" y="14"/>
                  </a:cubicBezTo>
                  <a:cubicBezTo>
                    <a:pt x="0" y="18"/>
                    <a:pt x="2" y="22"/>
                    <a:pt x="6" y="25"/>
                  </a:cubicBezTo>
                  <a:cubicBezTo>
                    <a:pt x="10" y="27"/>
                    <a:pt x="15" y="26"/>
                    <a:pt x="18" y="24"/>
                  </a:cubicBezTo>
                  <a:cubicBezTo>
                    <a:pt x="23" y="22"/>
                    <a:pt x="26" y="17"/>
                    <a:pt x="26" y="12"/>
                  </a:cubicBezTo>
                  <a:cubicBezTo>
                    <a:pt x="26" y="7"/>
                    <a:pt x="22" y="4"/>
                    <a:pt x="18" y="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26" name="ïṡlîḑê">
              <a:extLst>
                <a:ext uri="{FF2B5EF4-FFF2-40B4-BE49-F238E27FC236}">
                  <a16:creationId xmlns:a16="http://schemas.microsoft.com/office/drawing/2014/main" id="{92DBBE6B-8387-42B0-B93C-E61E2C6C2291}"/>
                </a:ext>
              </a:extLst>
            </p:cNvPr>
            <p:cNvSpPr/>
            <p:nvPr/>
          </p:nvSpPr>
          <p:spPr bwMode="auto">
            <a:xfrm>
              <a:off x="6175817" y="2795367"/>
              <a:ext cx="220189" cy="203250"/>
            </a:xfrm>
            <a:custGeom>
              <a:avLst/>
              <a:gdLst>
                <a:gd name="T0" fmla="*/ 20 w 31"/>
                <a:gd name="T1" fmla="*/ 2 h 29"/>
                <a:gd name="T2" fmla="*/ 8 w 31"/>
                <a:gd name="T3" fmla="*/ 3 h 29"/>
                <a:gd name="T4" fmla="*/ 1 w 31"/>
                <a:gd name="T5" fmla="*/ 19 h 29"/>
                <a:gd name="T6" fmla="*/ 10 w 31"/>
                <a:gd name="T7" fmla="*/ 27 h 29"/>
                <a:gd name="T8" fmla="*/ 24 w 31"/>
                <a:gd name="T9" fmla="*/ 27 h 29"/>
                <a:gd name="T10" fmla="*/ 31 w 31"/>
                <a:gd name="T11" fmla="*/ 15 h 29"/>
                <a:gd name="T12" fmla="*/ 20 w 31"/>
                <a:gd name="T13" fmla="*/ 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29">
                  <a:moveTo>
                    <a:pt x="20" y="2"/>
                  </a:moveTo>
                  <a:cubicBezTo>
                    <a:pt x="16" y="0"/>
                    <a:pt x="12" y="0"/>
                    <a:pt x="8" y="3"/>
                  </a:cubicBezTo>
                  <a:cubicBezTo>
                    <a:pt x="3" y="6"/>
                    <a:pt x="0" y="13"/>
                    <a:pt x="1" y="19"/>
                  </a:cubicBezTo>
                  <a:cubicBezTo>
                    <a:pt x="2" y="23"/>
                    <a:pt x="6" y="26"/>
                    <a:pt x="10" y="27"/>
                  </a:cubicBezTo>
                  <a:cubicBezTo>
                    <a:pt x="15" y="28"/>
                    <a:pt x="20" y="29"/>
                    <a:pt x="24" y="27"/>
                  </a:cubicBezTo>
                  <a:cubicBezTo>
                    <a:pt x="29" y="25"/>
                    <a:pt x="31" y="19"/>
                    <a:pt x="31" y="15"/>
                  </a:cubicBezTo>
                  <a:cubicBezTo>
                    <a:pt x="31" y="9"/>
                    <a:pt x="26" y="4"/>
                    <a:pt x="20" y="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27" name="iš1îḑe">
              <a:extLst>
                <a:ext uri="{FF2B5EF4-FFF2-40B4-BE49-F238E27FC236}">
                  <a16:creationId xmlns:a16="http://schemas.microsoft.com/office/drawing/2014/main" id="{1CF8099D-89AC-401A-B043-ADC86C3843E9}"/>
                </a:ext>
              </a:extLst>
            </p:cNvPr>
            <p:cNvSpPr/>
            <p:nvPr/>
          </p:nvSpPr>
          <p:spPr bwMode="auto">
            <a:xfrm>
              <a:off x="5823517" y="3012167"/>
              <a:ext cx="372626" cy="162600"/>
            </a:xfrm>
            <a:custGeom>
              <a:avLst/>
              <a:gdLst>
                <a:gd name="T0" fmla="*/ 46 w 53"/>
                <a:gd name="T1" fmla="*/ 3 h 23"/>
                <a:gd name="T2" fmla="*/ 35 w 53"/>
                <a:gd name="T3" fmla="*/ 10 h 23"/>
                <a:gd name="T4" fmla="*/ 24 w 53"/>
                <a:gd name="T5" fmla="*/ 11 h 23"/>
                <a:gd name="T6" fmla="*/ 15 w 53"/>
                <a:gd name="T7" fmla="*/ 9 h 23"/>
                <a:gd name="T8" fmla="*/ 7 w 53"/>
                <a:gd name="T9" fmla="*/ 3 h 23"/>
                <a:gd name="T10" fmla="*/ 4 w 53"/>
                <a:gd name="T11" fmla="*/ 4 h 23"/>
                <a:gd name="T12" fmla="*/ 21 w 53"/>
                <a:gd name="T13" fmla="*/ 20 h 23"/>
                <a:gd name="T14" fmla="*/ 52 w 53"/>
                <a:gd name="T15" fmla="*/ 9 h 23"/>
                <a:gd name="T16" fmla="*/ 46 w 53"/>
                <a:gd name="T17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3">
                  <a:moveTo>
                    <a:pt x="46" y="3"/>
                  </a:moveTo>
                  <a:cubicBezTo>
                    <a:pt x="42" y="5"/>
                    <a:pt x="39" y="8"/>
                    <a:pt x="35" y="10"/>
                  </a:cubicBezTo>
                  <a:cubicBezTo>
                    <a:pt x="32" y="11"/>
                    <a:pt x="28" y="12"/>
                    <a:pt x="24" y="11"/>
                  </a:cubicBezTo>
                  <a:cubicBezTo>
                    <a:pt x="21" y="11"/>
                    <a:pt x="18" y="10"/>
                    <a:pt x="15" y="9"/>
                  </a:cubicBezTo>
                  <a:cubicBezTo>
                    <a:pt x="12" y="8"/>
                    <a:pt x="10" y="5"/>
                    <a:pt x="7" y="3"/>
                  </a:cubicBezTo>
                  <a:cubicBezTo>
                    <a:pt x="6" y="3"/>
                    <a:pt x="5" y="2"/>
                    <a:pt x="4" y="4"/>
                  </a:cubicBezTo>
                  <a:cubicBezTo>
                    <a:pt x="0" y="13"/>
                    <a:pt x="15" y="19"/>
                    <a:pt x="21" y="20"/>
                  </a:cubicBezTo>
                  <a:cubicBezTo>
                    <a:pt x="31" y="23"/>
                    <a:pt x="47" y="19"/>
                    <a:pt x="52" y="9"/>
                  </a:cubicBezTo>
                  <a:cubicBezTo>
                    <a:pt x="53" y="5"/>
                    <a:pt x="50" y="0"/>
                    <a:pt x="46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28" name="ïṥḻîdê">
              <a:extLst>
                <a:ext uri="{FF2B5EF4-FFF2-40B4-BE49-F238E27FC236}">
                  <a16:creationId xmlns:a16="http://schemas.microsoft.com/office/drawing/2014/main" id="{000B5E51-73B6-434F-A7D3-599AB891FC7B}"/>
                </a:ext>
              </a:extLst>
            </p:cNvPr>
            <p:cNvSpPr/>
            <p:nvPr/>
          </p:nvSpPr>
          <p:spPr bwMode="auto">
            <a:xfrm>
              <a:off x="5091815" y="3476255"/>
              <a:ext cx="111789" cy="311651"/>
            </a:xfrm>
            <a:custGeom>
              <a:avLst/>
              <a:gdLst>
                <a:gd name="T0" fmla="*/ 10 w 16"/>
                <a:gd name="T1" fmla="*/ 4 h 44"/>
                <a:gd name="T2" fmla="*/ 3 w 16"/>
                <a:gd name="T3" fmla="*/ 3 h 44"/>
                <a:gd name="T4" fmla="*/ 3 w 16"/>
                <a:gd name="T5" fmla="*/ 22 h 44"/>
                <a:gd name="T6" fmla="*/ 3 w 16"/>
                <a:gd name="T7" fmla="*/ 29 h 44"/>
                <a:gd name="T8" fmla="*/ 2 w 16"/>
                <a:gd name="T9" fmla="*/ 37 h 44"/>
                <a:gd name="T10" fmla="*/ 10 w 16"/>
                <a:gd name="T11" fmla="*/ 41 h 44"/>
                <a:gd name="T12" fmla="*/ 14 w 16"/>
                <a:gd name="T13" fmla="*/ 24 h 44"/>
                <a:gd name="T14" fmla="*/ 10 w 16"/>
                <a:gd name="T15" fmla="*/ 4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44">
                  <a:moveTo>
                    <a:pt x="10" y="4"/>
                  </a:moveTo>
                  <a:cubicBezTo>
                    <a:pt x="9" y="1"/>
                    <a:pt x="4" y="0"/>
                    <a:pt x="3" y="3"/>
                  </a:cubicBezTo>
                  <a:cubicBezTo>
                    <a:pt x="0" y="9"/>
                    <a:pt x="3" y="15"/>
                    <a:pt x="3" y="22"/>
                  </a:cubicBezTo>
                  <a:cubicBezTo>
                    <a:pt x="2" y="24"/>
                    <a:pt x="3" y="26"/>
                    <a:pt x="3" y="29"/>
                  </a:cubicBezTo>
                  <a:cubicBezTo>
                    <a:pt x="3" y="32"/>
                    <a:pt x="2" y="34"/>
                    <a:pt x="2" y="37"/>
                  </a:cubicBezTo>
                  <a:cubicBezTo>
                    <a:pt x="2" y="41"/>
                    <a:pt x="6" y="44"/>
                    <a:pt x="10" y="41"/>
                  </a:cubicBezTo>
                  <a:cubicBezTo>
                    <a:pt x="16" y="38"/>
                    <a:pt x="15" y="30"/>
                    <a:pt x="14" y="24"/>
                  </a:cubicBezTo>
                  <a:cubicBezTo>
                    <a:pt x="13" y="17"/>
                    <a:pt x="12" y="10"/>
                    <a:pt x="10" y="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29" name="îṣļídé">
              <a:extLst>
                <a:ext uri="{FF2B5EF4-FFF2-40B4-BE49-F238E27FC236}">
                  <a16:creationId xmlns:a16="http://schemas.microsoft.com/office/drawing/2014/main" id="{A49C1946-3ED4-4E57-B603-5921FDAFDBEC}"/>
                </a:ext>
              </a:extLst>
            </p:cNvPr>
            <p:cNvSpPr/>
            <p:nvPr/>
          </p:nvSpPr>
          <p:spPr bwMode="auto">
            <a:xfrm>
              <a:off x="5213765" y="3476255"/>
              <a:ext cx="111789" cy="311651"/>
            </a:xfrm>
            <a:custGeom>
              <a:avLst/>
              <a:gdLst>
                <a:gd name="T0" fmla="*/ 9 w 16"/>
                <a:gd name="T1" fmla="*/ 2 h 44"/>
                <a:gd name="T2" fmla="*/ 4 w 16"/>
                <a:gd name="T3" fmla="*/ 2 h 44"/>
                <a:gd name="T4" fmla="*/ 1 w 16"/>
                <a:gd name="T5" fmla="*/ 21 h 44"/>
                <a:gd name="T6" fmla="*/ 2 w 16"/>
                <a:gd name="T7" fmla="*/ 29 h 44"/>
                <a:gd name="T8" fmla="*/ 1 w 16"/>
                <a:gd name="T9" fmla="*/ 39 h 44"/>
                <a:gd name="T10" fmla="*/ 9 w 16"/>
                <a:gd name="T11" fmla="*/ 42 h 44"/>
                <a:gd name="T12" fmla="*/ 13 w 16"/>
                <a:gd name="T13" fmla="*/ 23 h 44"/>
                <a:gd name="T14" fmla="*/ 9 w 16"/>
                <a:gd name="T15" fmla="*/ 2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6" h="44">
                  <a:moveTo>
                    <a:pt x="9" y="2"/>
                  </a:moveTo>
                  <a:cubicBezTo>
                    <a:pt x="8" y="0"/>
                    <a:pt x="5" y="0"/>
                    <a:pt x="4" y="2"/>
                  </a:cubicBezTo>
                  <a:cubicBezTo>
                    <a:pt x="0" y="7"/>
                    <a:pt x="1" y="15"/>
                    <a:pt x="1" y="21"/>
                  </a:cubicBezTo>
                  <a:cubicBezTo>
                    <a:pt x="1" y="24"/>
                    <a:pt x="2" y="27"/>
                    <a:pt x="2" y="29"/>
                  </a:cubicBezTo>
                  <a:cubicBezTo>
                    <a:pt x="2" y="33"/>
                    <a:pt x="1" y="35"/>
                    <a:pt x="1" y="39"/>
                  </a:cubicBezTo>
                  <a:cubicBezTo>
                    <a:pt x="2" y="43"/>
                    <a:pt x="6" y="44"/>
                    <a:pt x="9" y="42"/>
                  </a:cubicBezTo>
                  <a:cubicBezTo>
                    <a:pt x="16" y="39"/>
                    <a:pt x="14" y="29"/>
                    <a:pt x="13" y="23"/>
                  </a:cubicBezTo>
                  <a:cubicBezTo>
                    <a:pt x="12" y="16"/>
                    <a:pt x="13" y="7"/>
                    <a:pt x="9" y="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30" name="iṣļïḑè">
              <a:extLst>
                <a:ext uri="{FF2B5EF4-FFF2-40B4-BE49-F238E27FC236}">
                  <a16:creationId xmlns:a16="http://schemas.microsoft.com/office/drawing/2014/main" id="{F0ED384B-E0ED-4E14-8C76-1D4E78692467}"/>
                </a:ext>
              </a:extLst>
            </p:cNvPr>
            <p:cNvSpPr/>
            <p:nvPr/>
          </p:nvSpPr>
          <p:spPr bwMode="auto">
            <a:xfrm>
              <a:off x="5352654" y="3483030"/>
              <a:ext cx="98239" cy="304876"/>
            </a:xfrm>
            <a:custGeom>
              <a:avLst/>
              <a:gdLst>
                <a:gd name="T0" fmla="*/ 11 w 14"/>
                <a:gd name="T1" fmla="*/ 10 h 43"/>
                <a:gd name="T2" fmla="*/ 9 w 14"/>
                <a:gd name="T3" fmla="*/ 2 h 43"/>
                <a:gd name="T4" fmla="*/ 4 w 14"/>
                <a:gd name="T5" fmla="*/ 2 h 43"/>
                <a:gd name="T6" fmla="*/ 2 w 14"/>
                <a:gd name="T7" fmla="*/ 10 h 43"/>
                <a:gd name="T8" fmla="*/ 1 w 14"/>
                <a:gd name="T9" fmla="*/ 19 h 43"/>
                <a:gd name="T10" fmla="*/ 3 w 14"/>
                <a:gd name="T11" fmla="*/ 37 h 43"/>
                <a:gd name="T12" fmla="*/ 14 w 14"/>
                <a:gd name="T13" fmla="*/ 35 h 43"/>
                <a:gd name="T14" fmla="*/ 12 w 14"/>
                <a:gd name="T15" fmla="*/ 19 h 43"/>
                <a:gd name="T16" fmla="*/ 11 w 14"/>
                <a:gd name="T17" fmla="*/ 10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4" h="43">
                  <a:moveTo>
                    <a:pt x="11" y="10"/>
                  </a:moveTo>
                  <a:cubicBezTo>
                    <a:pt x="11" y="7"/>
                    <a:pt x="11" y="4"/>
                    <a:pt x="9" y="2"/>
                  </a:cubicBezTo>
                  <a:cubicBezTo>
                    <a:pt x="8" y="0"/>
                    <a:pt x="5" y="0"/>
                    <a:pt x="4" y="2"/>
                  </a:cubicBezTo>
                  <a:cubicBezTo>
                    <a:pt x="2" y="4"/>
                    <a:pt x="2" y="7"/>
                    <a:pt x="2" y="10"/>
                  </a:cubicBezTo>
                  <a:cubicBezTo>
                    <a:pt x="1" y="13"/>
                    <a:pt x="1" y="16"/>
                    <a:pt x="1" y="19"/>
                  </a:cubicBezTo>
                  <a:cubicBezTo>
                    <a:pt x="1" y="24"/>
                    <a:pt x="0" y="32"/>
                    <a:pt x="3" y="37"/>
                  </a:cubicBezTo>
                  <a:cubicBezTo>
                    <a:pt x="5" y="43"/>
                    <a:pt x="13" y="42"/>
                    <a:pt x="14" y="35"/>
                  </a:cubicBezTo>
                  <a:cubicBezTo>
                    <a:pt x="14" y="30"/>
                    <a:pt x="13" y="24"/>
                    <a:pt x="12" y="19"/>
                  </a:cubicBezTo>
                  <a:cubicBezTo>
                    <a:pt x="12" y="16"/>
                    <a:pt x="12" y="13"/>
                    <a:pt x="11" y="1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31" name="ïṥḷïdè">
              <a:extLst>
                <a:ext uri="{FF2B5EF4-FFF2-40B4-BE49-F238E27FC236}">
                  <a16:creationId xmlns:a16="http://schemas.microsoft.com/office/drawing/2014/main" id="{A5E68C2F-0101-4DB2-9F07-CCB1606C6289}"/>
                </a:ext>
              </a:extLst>
            </p:cNvPr>
            <p:cNvSpPr/>
            <p:nvPr/>
          </p:nvSpPr>
          <p:spPr bwMode="auto">
            <a:xfrm>
              <a:off x="6162267" y="3513518"/>
              <a:ext cx="633465" cy="633465"/>
            </a:xfrm>
            <a:custGeom>
              <a:avLst/>
              <a:gdLst>
                <a:gd name="T0" fmla="*/ 86 w 90"/>
                <a:gd name="T1" fmla="*/ 47 h 90"/>
                <a:gd name="T2" fmla="*/ 72 w 90"/>
                <a:gd name="T3" fmla="*/ 9 h 90"/>
                <a:gd name="T4" fmla="*/ 50 w 90"/>
                <a:gd name="T5" fmla="*/ 1 h 90"/>
                <a:gd name="T6" fmla="*/ 27 w 90"/>
                <a:gd name="T7" fmla="*/ 6 h 90"/>
                <a:gd name="T8" fmla="*/ 26 w 90"/>
                <a:gd name="T9" fmla="*/ 6 h 90"/>
                <a:gd name="T10" fmla="*/ 21 w 90"/>
                <a:gd name="T11" fmla="*/ 8 h 90"/>
                <a:gd name="T12" fmla="*/ 6 w 90"/>
                <a:gd name="T13" fmla="*/ 26 h 90"/>
                <a:gd name="T14" fmla="*/ 17 w 90"/>
                <a:gd name="T15" fmla="*/ 70 h 90"/>
                <a:gd name="T16" fmla="*/ 86 w 90"/>
                <a:gd name="T17" fmla="*/ 47 h 90"/>
                <a:gd name="T18" fmla="*/ 17 w 90"/>
                <a:gd name="T19" fmla="*/ 34 h 90"/>
                <a:gd name="T20" fmla="*/ 17 w 90"/>
                <a:gd name="T21" fmla="*/ 34 h 90"/>
                <a:gd name="T22" fmla="*/ 26 w 90"/>
                <a:gd name="T23" fmla="*/ 18 h 90"/>
                <a:gd name="T24" fmla="*/ 32 w 90"/>
                <a:gd name="T25" fmla="*/ 14 h 90"/>
                <a:gd name="T26" fmla="*/ 39 w 90"/>
                <a:gd name="T27" fmla="*/ 14 h 90"/>
                <a:gd name="T28" fmla="*/ 52 w 90"/>
                <a:gd name="T29" fmla="*/ 15 h 90"/>
                <a:gd name="T30" fmla="*/ 69 w 90"/>
                <a:gd name="T31" fmla="*/ 24 h 90"/>
                <a:gd name="T32" fmla="*/ 73 w 90"/>
                <a:gd name="T33" fmla="*/ 32 h 90"/>
                <a:gd name="T34" fmla="*/ 73 w 90"/>
                <a:gd name="T35" fmla="*/ 35 h 90"/>
                <a:gd name="T36" fmla="*/ 64 w 90"/>
                <a:gd name="T37" fmla="*/ 36 h 90"/>
                <a:gd name="T38" fmla="*/ 50 w 90"/>
                <a:gd name="T39" fmla="*/ 40 h 90"/>
                <a:gd name="T40" fmla="*/ 53 w 90"/>
                <a:gd name="T41" fmla="*/ 45 h 90"/>
                <a:gd name="T42" fmla="*/ 65 w 90"/>
                <a:gd name="T43" fmla="*/ 46 h 90"/>
                <a:gd name="T44" fmla="*/ 71 w 90"/>
                <a:gd name="T45" fmla="*/ 47 h 90"/>
                <a:gd name="T46" fmla="*/ 66 w 90"/>
                <a:gd name="T47" fmla="*/ 54 h 90"/>
                <a:gd name="T48" fmla="*/ 35 w 90"/>
                <a:gd name="T49" fmla="*/ 65 h 90"/>
                <a:gd name="T50" fmla="*/ 17 w 90"/>
                <a:gd name="T51" fmla="*/ 34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0" h="90">
                  <a:moveTo>
                    <a:pt x="86" y="47"/>
                  </a:moveTo>
                  <a:cubicBezTo>
                    <a:pt x="90" y="33"/>
                    <a:pt x="84" y="17"/>
                    <a:pt x="72" y="9"/>
                  </a:cubicBezTo>
                  <a:cubicBezTo>
                    <a:pt x="66" y="4"/>
                    <a:pt x="58" y="2"/>
                    <a:pt x="50" y="1"/>
                  </a:cubicBezTo>
                  <a:cubicBezTo>
                    <a:pt x="42" y="0"/>
                    <a:pt x="32" y="0"/>
                    <a:pt x="27" y="6"/>
                  </a:cubicBezTo>
                  <a:cubicBezTo>
                    <a:pt x="27" y="6"/>
                    <a:pt x="26" y="6"/>
                    <a:pt x="26" y="6"/>
                  </a:cubicBezTo>
                  <a:cubicBezTo>
                    <a:pt x="25" y="6"/>
                    <a:pt x="23" y="7"/>
                    <a:pt x="21" y="8"/>
                  </a:cubicBezTo>
                  <a:cubicBezTo>
                    <a:pt x="14" y="11"/>
                    <a:pt x="9" y="18"/>
                    <a:pt x="6" y="26"/>
                  </a:cubicBezTo>
                  <a:cubicBezTo>
                    <a:pt x="0" y="40"/>
                    <a:pt x="5" y="59"/>
                    <a:pt x="17" y="70"/>
                  </a:cubicBezTo>
                  <a:cubicBezTo>
                    <a:pt x="39" y="90"/>
                    <a:pt x="77" y="74"/>
                    <a:pt x="86" y="47"/>
                  </a:cubicBezTo>
                  <a:close/>
                  <a:moveTo>
                    <a:pt x="17" y="34"/>
                  </a:moveTo>
                  <a:cubicBezTo>
                    <a:pt x="17" y="34"/>
                    <a:pt x="17" y="34"/>
                    <a:pt x="17" y="34"/>
                  </a:cubicBezTo>
                  <a:cubicBezTo>
                    <a:pt x="18" y="28"/>
                    <a:pt x="20" y="22"/>
                    <a:pt x="26" y="18"/>
                  </a:cubicBezTo>
                  <a:cubicBezTo>
                    <a:pt x="28" y="17"/>
                    <a:pt x="30" y="15"/>
                    <a:pt x="32" y="14"/>
                  </a:cubicBezTo>
                  <a:cubicBezTo>
                    <a:pt x="34" y="15"/>
                    <a:pt x="37" y="15"/>
                    <a:pt x="39" y="14"/>
                  </a:cubicBezTo>
                  <a:cubicBezTo>
                    <a:pt x="43" y="14"/>
                    <a:pt x="48" y="14"/>
                    <a:pt x="52" y="15"/>
                  </a:cubicBezTo>
                  <a:cubicBezTo>
                    <a:pt x="58" y="15"/>
                    <a:pt x="65" y="19"/>
                    <a:pt x="69" y="24"/>
                  </a:cubicBezTo>
                  <a:cubicBezTo>
                    <a:pt x="71" y="27"/>
                    <a:pt x="72" y="29"/>
                    <a:pt x="73" y="32"/>
                  </a:cubicBezTo>
                  <a:cubicBezTo>
                    <a:pt x="73" y="34"/>
                    <a:pt x="73" y="34"/>
                    <a:pt x="73" y="35"/>
                  </a:cubicBezTo>
                  <a:cubicBezTo>
                    <a:pt x="70" y="35"/>
                    <a:pt x="67" y="35"/>
                    <a:pt x="64" y="36"/>
                  </a:cubicBezTo>
                  <a:cubicBezTo>
                    <a:pt x="59" y="37"/>
                    <a:pt x="54" y="36"/>
                    <a:pt x="50" y="40"/>
                  </a:cubicBezTo>
                  <a:cubicBezTo>
                    <a:pt x="48" y="42"/>
                    <a:pt x="50" y="46"/>
                    <a:pt x="53" y="45"/>
                  </a:cubicBezTo>
                  <a:cubicBezTo>
                    <a:pt x="57" y="44"/>
                    <a:pt x="61" y="46"/>
                    <a:pt x="65" y="46"/>
                  </a:cubicBezTo>
                  <a:cubicBezTo>
                    <a:pt x="67" y="47"/>
                    <a:pt x="69" y="46"/>
                    <a:pt x="71" y="47"/>
                  </a:cubicBezTo>
                  <a:cubicBezTo>
                    <a:pt x="70" y="49"/>
                    <a:pt x="68" y="52"/>
                    <a:pt x="66" y="54"/>
                  </a:cubicBezTo>
                  <a:cubicBezTo>
                    <a:pt x="58" y="62"/>
                    <a:pt x="46" y="67"/>
                    <a:pt x="35" y="65"/>
                  </a:cubicBezTo>
                  <a:cubicBezTo>
                    <a:pt x="22" y="62"/>
                    <a:pt x="15" y="47"/>
                    <a:pt x="17" y="3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32" name="ïşľiḑê">
              <a:extLst>
                <a:ext uri="{FF2B5EF4-FFF2-40B4-BE49-F238E27FC236}">
                  <a16:creationId xmlns:a16="http://schemas.microsoft.com/office/drawing/2014/main" id="{BA0D2945-5292-4C99-AB20-30284356BB71}"/>
                </a:ext>
              </a:extLst>
            </p:cNvPr>
            <p:cNvSpPr/>
            <p:nvPr/>
          </p:nvSpPr>
          <p:spPr bwMode="auto">
            <a:xfrm>
              <a:off x="6372293" y="4130045"/>
              <a:ext cx="626690" cy="880752"/>
            </a:xfrm>
            <a:custGeom>
              <a:avLst/>
              <a:gdLst>
                <a:gd name="T0" fmla="*/ 87 w 89"/>
                <a:gd name="T1" fmla="*/ 62 h 125"/>
                <a:gd name="T2" fmla="*/ 88 w 89"/>
                <a:gd name="T3" fmla="*/ 31 h 125"/>
                <a:gd name="T4" fmla="*/ 84 w 89"/>
                <a:gd name="T5" fmla="*/ 14 h 125"/>
                <a:gd name="T6" fmla="*/ 74 w 89"/>
                <a:gd name="T7" fmla="*/ 5 h 125"/>
                <a:gd name="T8" fmla="*/ 47 w 89"/>
                <a:gd name="T9" fmla="*/ 1 h 125"/>
                <a:gd name="T10" fmla="*/ 13 w 89"/>
                <a:gd name="T11" fmla="*/ 2 h 125"/>
                <a:gd name="T12" fmla="*/ 2 w 89"/>
                <a:gd name="T13" fmla="*/ 7 h 125"/>
                <a:gd name="T14" fmla="*/ 4 w 89"/>
                <a:gd name="T15" fmla="*/ 19 h 125"/>
                <a:gd name="T16" fmla="*/ 3 w 89"/>
                <a:gd name="T17" fmla="*/ 30 h 125"/>
                <a:gd name="T18" fmla="*/ 3 w 89"/>
                <a:gd name="T19" fmla="*/ 45 h 125"/>
                <a:gd name="T20" fmla="*/ 4 w 89"/>
                <a:gd name="T21" fmla="*/ 75 h 125"/>
                <a:gd name="T22" fmla="*/ 3 w 89"/>
                <a:gd name="T23" fmla="*/ 103 h 125"/>
                <a:gd name="T24" fmla="*/ 11 w 89"/>
                <a:gd name="T25" fmla="*/ 118 h 125"/>
                <a:gd name="T26" fmla="*/ 41 w 89"/>
                <a:gd name="T27" fmla="*/ 124 h 125"/>
                <a:gd name="T28" fmla="*/ 57 w 89"/>
                <a:gd name="T29" fmla="*/ 123 h 125"/>
                <a:gd name="T30" fmla="*/ 69 w 89"/>
                <a:gd name="T31" fmla="*/ 123 h 125"/>
                <a:gd name="T32" fmla="*/ 81 w 89"/>
                <a:gd name="T33" fmla="*/ 121 h 125"/>
                <a:gd name="T34" fmla="*/ 83 w 89"/>
                <a:gd name="T35" fmla="*/ 120 h 125"/>
                <a:gd name="T36" fmla="*/ 88 w 89"/>
                <a:gd name="T37" fmla="*/ 109 h 125"/>
                <a:gd name="T38" fmla="*/ 88 w 89"/>
                <a:gd name="T39" fmla="*/ 93 h 125"/>
                <a:gd name="T40" fmla="*/ 87 w 89"/>
                <a:gd name="T41" fmla="*/ 62 h 125"/>
                <a:gd name="T42" fmla="*/ 79 w 89"/>
                <a:gd name="T43" fmla="*/ 114 h 125"/>
                <a:gd name="T44" fmla="*/ 79 w 89"/>
                <a:gd name="T45" fmla="*/ 114 h 125"/>
                <a:gd name="T46" fmla="*/ 71 w 89"/>
                <a:gd name="T47" fmla="*/ 113 h 125"/>
                <a:gd name="T48" fmla="*/ 58 w 89"/>
                <a:gd name="T49" fmla="*/ 114 h 125"/>
                <a:gd name="T50" fmla="*/ 44 w 89"/>
                <a:gd name="T51" fmla="*/ 115 h 125"/>
                <a:gd name="T52" fmla="*/ 17 w 89"/>
                <a:gd name="T53" fmla="*/ 112 h 125"/>
                <a:gd name="T54" fmla="*/ 12 w 89"/>
                <a:gd name="T55" fmla="*/ 99 h 125"/>
                <a:gd name="T56" fmla="*/ 13 w 89"/>
                <a:gd name="T57" fmla="*/ 72 h 125"/>
                <a:gd name="T58" fmla="*/ 11 w 89"/>
                <a:gd name="T59" fmla="*/ 45 h 125"/>
                <a:gd name="T60" fmla="*/ 9 w 89"/>
                <a:gd name="T61" fmla="*/ 16 h 125"/>
                <a:gd name="T62" fmla="*/ 11 w 89"/>
                <a:gd name="T63" fmla="*/ 12 h 125"/>
                <a:gd name="T64" fmla="*/ 21 w 89"/>
                <a:gd name="T65" fmla="*/ 10 h 125"/>
                <a:gd name="T66" fmla="*/ 49 w 89"/>
                <a:gd name="T67" fmla="*/ 10 h 125"/>
                <a:gd name="T68" fmla="*/ 69 w 89"/>
                <a:gd name="T69" fmla="*/ 12 h 125"/>
                <a:gd name="T70" fmla="*/ 76 w 89"/>
                <a:gd name="T71" fmla="*/ 15 h 125"/>
                <a:gd name="T72" fmla="*/ 79 w 89"/>
                <a:gd name="T73" fmla="*/ 19 h 125"/>
                <a:gd name="T74" fmla="*/ 79 w 89"/>
                <a:gd name="T75" fmla="*/ 24 h 125"/>
                <a:gd name="T76" fmla="*/ 78 w 89"/>
                <a:gd name="T77" fmla="*/ 35 h 125"/>
                <a:gd name="T78" fmla="*/ 78 w 89"/>
                <a:gd name="T79" fmla="*/ 64 h 125"/>
                <a:gd name="T80" fmla="*/ 79 w 89"/>
                <a:gd name="T81" fmla="*/ 91 h 125"/>
                <a:gd name="T82" fmla="*/ 79 w 89"/>
                <a:gd name="T83" fmla="*/ 105 h 125"/>
                <a:gd name="T84" fmla="*/ 79 w 89"/>
                <a:gd name="T85" fmla="*/ 114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89" h="125">
                  <a:moveTo>
                    <a:pt x="87" y="62"/>
                  </a:moveTo>
                  <a:cubicBezTo>
                    <a:pt x="87" y="52"/>
                    <a:pt x="88" y="42"/>
                    <a:pt x="88" y="31"/>
                  </a:cubicBezTo>
                  <a:cubicBezTo>
                    <a:pt x="87" y="26"/>
                    <a:pt x="89" y="17"/>
                    <a:pt x="84" y="14"/>
                  </a:cubicBezTo>
                  <a:cubicBezTo>
                    <a:pt x="83" y="10"/>
                    <a:pt x="78" y="7"/>
                    <a:pt x="74" y="5"/>
                  </a:cubicBezTo>
                  <a:cubicBezTo>
                    <a:pt x="66" y="2"/>
                    <a:pt x="56" y="2"/>
                    <a:pt x="47" y="1"/>
                  </a:cubicBezTo>
                  <a:cubicBezTo>
                    <a:pt x="36" y="0"/>
                    <a:pt x="24" y="0"/>
                    <a:pt x="13" y="2"/>
                  </a:cubicBezTo>
                  <a:cubicBezTo>
                    <a:pt x="9" y="2"/>
                    <a:pt x="5" y="4"/>
                    <a:pt x="2" y="7"/>
                  </a:cubicBezTo>
                  <a:cubicBezTo>
                    <a:pt x="0" y="11"/>
                    <a:pt x="1" y="16"/>
                    <a:pt x="4" y="19"/>
                  </a:cubicBezTo>
                  <a:cubicBezTo>
                    <a:pt x="4" y="23"/>
                    <a:pt x="3" y="26"/>
                    <a:pt x="3" y="30"/>
                  </a:cubicBezTo>
                  <a:cubicBezTo>
                    <a:pt x="3" y="35"/>
                    <a:pt x="3" y="40"/>
                    <a:pt x="3" y="45"/>
                  </a:cubicBezTo>
                  <a:cubicBezTo>
                    <a:pt x="3" y="55"/>
                    <a:pt x="4" y="65"/>
                    <a:pt x="4" y="75"/>
                  </a:cubicBezTo>
                  <a:cubicBezTo>
                    <a:pt x="3" y="84"/>
                    <a:pt x="2" y="94"/>
                    <a:pt x="3" y="103"/>
                  </a:cubicBezTo>
                  <a:cubicBezTo>
                    <a:pt x="4" y="109"/>
                    <a:pt x="6" y="114"/>
                    <a:pt x="11" y="118"/>
                  </a:cubicBezTo>
                  <a:cubicBezTo>
                    <a:pt x="19" y="125"/>
                    <a:pt x="31" y="125"/>
                    <a:pt x="41" y="124"/>
                  </a:cubicBezTo>
                  <a:cubicBezTo>
                    <a:pt x="47" y="124"/>
                    <a:pt x="52" y="123"/>
                    <a:pt x="57" y="123"/>
                  </a:cubicBezTo>
                  <a:cubicBezTo>
                    <a:pt x="61" y="123"/>
                    <a:pt x="65" y="123"/>
                    <a:pt x="69" y="123"/>
                  </a:cubicBezTo>
                  <a:cubicBezTo>
                    <a:pt x="74" y="123"/>
                    <a:pt x="78" y="123"/>
                    <a:pt x="81" y="121"/>
                  </a:cubicBezTo>
                  <a:cubicBezTo>
                    <a:pt x="82" y="121"/>
                    <a:pt x="83" y="121"/>
                    <a:pt x="83" y="120"/>
                  </a:cubicBezTo>
                  <a:cubicBezTo>
                    <a:pt x="87" y="117"/>
                    <a:pt x="87" y="113"/>
                    <a:pt x="88" y="109"/>
                  </a:cubicBezTo>
                  <a:cubicBezTo>
                    <a:pt x="88" y="104"/>
                    <a:pt x="88" y="98"/>
                    <a:pt x="88" y="93"/>
                  </a:cubicBezTo>
                  <a:cubicBezTo>
                    <a:pt x="88" y="83"/>
                    <a:pt x="87" y="73"/>
                    <a:pt x="87" y="62"/>
                  </a:cubicBezTo>
                  <a:close/>
                  <a:moveTo>
                    <a:pt x="79" y="114"/>
                  </a:moveTo>
                  <a:cubicBezTo>
                    <a:pt x="79" y="114"/>
                    <a:pt x="79" y="114"/>
                    <a:pt x="79" y="114"/>
                  </a:cubicBezTo>
                  <a:cubicBezTo>
                    <a:pt x="76" y="113"/>
                    <a:pt x="74" y="113"/>
                    <a:pt x="71" y="113"/>
                  </a:cubicBezTo>
                  <a:cubicBezTo>
                    <a:pt x="66" y="113"/>
                    <a:pt x="62" y="114"/>
                    <a:pt x="58" y="114"/>
                  </a:cubicBezTo>
                  <a:cubicBezTo>
                    <a:pt x="53" y="114"/>
                    <a:pt x="48" y="114"/>
                    <a:pt x="44" y="115"/>
                  </a:cubicBezTo>
                  <a:cubicBezTo>
                    <a:pt x="36" y="115"/>
                    <a:pt x="24" y="117"/>
                    <a:pt x="17" y="112"/>
                  </a:cubicBezTo>
                  <a:cubicBezTo>
                    <a:pt x="13" y="109"/>
                    <a:pt x="13" y="104"/>
                    <a:pt x="12" y="99"/>
                  </a:cubicBezTo>
                  <a:cubicBezTo>
                    <a:pt x="12" y="90"/>
                    <a:pt x="12" y="81"/>
                    <a:pt x="13" y="72"/>
                  </a:cubicBezTo>
                  <a:cubicBezTo>
                    <a:pt x="13" y="63"/>
                    <a:pt x="12" y="54"/>
                    <a:pt x="11" y="45"/>
                  </a:cubicBezTo>
                  <a:cubicBezTo>
                    <a:pt x="11" y="35"/>
                    <a:pt x="9" y="25"/>
                    <a:pt x="9" y="16"/>
                  </a:cubicBezTo>
                  <a:cubicBezTo>
                    <a:pt x="10" y="14"/>
                    <a:pt x="10" y="13"/>
                    <a:pt x="11" y="12"/>
                  </a:cubicBezTo>
                  <a:cubicBezTo>
                    <a:pt x="14" y="10"/>
                    <a:pt x="18" y="10"/>
                    <a:pt x="21" y="10"/>
                  </a:cubicBezTo>
                  <a:cubicBezTo>
                    <a:pt x="30" y="9"/>
                    <a:pt x="39" y="9"/>
                    <a:pt x="49" y="10"/>
                  </a:cubicBezTo>
                  <a:cubicBezTo>
                    <a:pt x="55" y="10"/>
                    <a:pt x="62" y="10"/>
                    <a:pt x="69" y="12"/>
                  </a:cubicBezTo>
                  <a:cubicBezTo>
                    <a:pt x="71" y="12"/>
                    <a:pt x="74" y="13"/>
                    <a:pt x="76" y="15"/>
                  </a:cubicBezTo>
                  <a:cubicBezTo>
                    <a:pt x="77" y="16"/>
                    <a:pt x="78" y="18"/>
                    <a:pt x="79" y="19"/>
                  </a:cubicBezTo>
                  <a:cubicBezTo>
                    <a:pt x="79" y="21"/>
                    <a:pt x="79" y="23"/>
                    <a:pt x="79" y="24"/>
                  </a:cubicBezTo>
                  <a:cubicBezTo>
                    <a:pt x="78" y="28"/>
                    <a:pt x="78" y="32"/>
                    <a:pt x="78" y="35"/>
                  </a:cubicBezTo>
                  <a:cubicBezTo>
                    <a:pt x="78" y="45"/>
                    <a:pt x="78" y="54"/>
                    <a:pt x="78" y="64"/>
                  </a:cubicBezTo>
                  <a:cubicBezTo>
                    <a:pt x="78" y="73"/>
                    <a:pt x="78" y="82"/>
                    <a:pt x="79" y="91"/>
                  </a:cubicBezTo>
                  <a:cubicBezTo>
                    <a:pt x="79" y="95"/>
                    <a:pt x="79" y="100"/>
                    <a:pt x="79" y="105"/>
                  </a:cubicBezTo>
                  <a:cubicBezTo>
                    <a:pt x="79" y="108"/>
                    <a:pt x="79" y="111"/>
                    <a:pt x="79" y="11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33" name="ïŝḻïdê">
              <a:extLst>
                <a:ext uri="{FF2B5EF4-FFF2-40B4-BE49-F238E27FC236}">
                  <a16:creationId xmlns:a16="http://schemas.microsoft.com/office/drawing/2014/main" id="{96DB9B3D-F045-4AEA-B0BE-3F078001299E}"/>
                </a:ext>
              </a:extLst>
            </p:cNvPr>
            <p:cNvSpPr/>
            <p:nvPr/>
          </p:nvSpPr>
          <p:spPr bwMode="auto">
            <a:xfrm>
              <a:off x="6507793" y="4357007"/>
              <a:ext cx="91464" cy="91464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34" name="iSļîḍé">
              <a:extLst>
                <a:ext uri="{FF2B5EF4-FFF2-40B4-BE49-F238E27FC236}">
                  <a16:creationId xmlns:a16="http://schemas.microsoft.com/office/drawing/2014/main" id="{0236F3F5-7209-4975-870A-8E98FE178497}"/>
                </a:ext>
              </a:extLst>
            </p:cNvPr>
            <p:cNvSpPr/>
            <p:nvPr/>
          </p:nvSpPr>
          <p:spPr bwMode="auto">
            <a:xfrm>
              <a:off x="5938692" y="5417298"/>
              <a:ext cx="250676" cy="226964"/>
            </a:xfrm>
            <a:custGeom>
              <a:avLst/>
              <a:gdLst>
                <a:gd name="T0" fmla="*/ 26 w 36"/>
                <a:gd name="T1" fmla="*/ 3 h 32"/>
                <a:gd name="T2" fmla="*/ 17 w 36"/>
                <a:gd name="T3" fmla="*/ 3 h 32"/>
                <a:gd name="T4" fmla="*/ 15 w 36"/>
                <a:gd name="T5" fmla="*/ 2 h 32"/>
                <a:gd name="T6" fmla="*/ 3 w 36"/>
                <a:gd name="T7" fmla="*/ 19 h 32"/>
                <a:gd name="T8" fmla="*/ 28 w 36"/>
                <a:gd name="T9" fmla="*/ 27 h 32"/>
                <a:gd name="T10" fmla="*/ 36 w 36"/>
                <a:gd name="T11" fmla="*/ 15 h 32"/>
                <a:gd name="T12" fmla="*/ 26 w 36"/>
                <a:gd name="T13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2">
                  <a:moveTo>
                    <a:pt x="26" y="3"/>
                  </a:moveTo>
                  <a:cubicBezTo>
                    <a:pt x="23" y="2"/>
                    <a:pt x="20" y="2"/>
                    <a:pt x="17" y="3"/>
                  </a:cubicBezTo>
                  <a:cubicBezTo>
                    <a:pt x="16" y="3"/>
                    <a:pt x="16" y="2"/>
                    <a:pt x="15" y="2"/>
                  </a:cubicBezTo>
                  <a:cubicBezTo>
                    <a:pt x="6" y="0"/>
                    <a:pt x="0" y="12"/>
                    <a:pt x="3" y="19"/>
                  </a:cubicBezTo>
                  <a:cubicBezTo>
                    <a:pt x="6" y="29"/>
                    <a:pt x="20" y="32"/>
                    <a:pt x="28" y="27"/>
                  </a:cubicBezTo>
                  <a:cubicBezTo>
                    <a:pt x="33" y="24"/>
                    <a:pt x="36" y="20"/>
                    <a:pt x="36" y="15"/>
                  </a:cubicBezTo>
                  <a:cubicBezTo>
                    <a:pt x="36" y="9"/>
                    <a:pt x="31" y="5"/>
                    <a:pt x="26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35" name="ïṣlîḓê">
              <a:extLst>
                <a:ext uri="{FF2B5EF4-FFF2-40B4-BE49-F238E27FC236}">
                  <a16:creationId xmlns:a16="http://schemas.microsoft.com/office/drawing/2014/main" id="{397C8E48-5A74-40C3-B57D-B660B9D6F6E0}"/>
                </a:ext>
              </a:extLst>
            </p:cNvPr>
            <p:cNvSpPr/>
            <p:nvPr/>
          </p:nvSpPr>
          <p:spPr bwMode="auto">
            <a:xfrm>
              <a:off x="4563364" y="5430848"/>
              <a:ext cx="226964" cy="220189"/>
            </a:xfrm>
            <a:custGeom>
              <a:avLst/>
              <a:gdLst>
                <a:gd name="T0" fmla="*/ 24 w 32"/>
                <a:gd name="T1" fmla="*/ 4 h 31"/>
                <a:gd name="T2" fmla="*/ 5 w 32"/>
                <a:gd name="T3" fmla="*/ 5 h 31"/>
                <a:gd name="T4" fmla="*/ 3 w 32"/>
                <a:gd name="T5" fmla="*/ 7 h 31"/>
                <a:gd name="T6" fmla="*/ 0 w 32"/>
                <a:gd name="T7" fmla="*/ 16 h 31"/>
                <a:gd name="T8" fmla="*/ 9 w 32"/>
                <a:gd name="T9" fmla="*/ 28 h 31"/>
                <a:gd name="T10" fmla="*/ 28 w 32"/>
                <a:gd name="T11" fmla="*/ 25 h 31"/>
                <a:gd name="T12" fmla="*/ 31 w 32"/>
                <a:gd name="T13" fmla="*/ 13 h 31"/>
                <a:gd name="T14" fmla="*/ 24 w 32"/>
                <a:gd name="T15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1">
                  <a:moveTo>
                    <a:pt x="24" y="4"/>
                  </a:moveTo>
                  <a:cubicBezTo>
                    <a:pt x="19" y="1"/>
                    <a:pt x="11" y="0"/>
                    <a:pt x="5" y="5"/>
                  </a:cubicBezTo>
                  <a:cubicBezTo>
                    <a:pt x="4" y="5"/>
                    <a:pt x="4" y="6"/>
                    <a:pt x="3" y="7"/>
                  </a:cubicBezTo>
                  <a:cubicBezTo>
                    <a:pt x="1" y="10"/>
                    <a:pt x="0" y="13"/>
                    <a:pt x="0" y="16"/>
                  </a:cubicBezTo>
                  <a:cubicBezTo>
                    <a:pt x="0" y="22"/>
                    <a:pt x="4" y="26"/>
                    <a:pt x="9" y="28"/>
                  </a:cubicBezTo>
                  <a:cubicBezTo>
                    <a:pt x="15" y="31"/>
                    <a:pt x="23" y="29"/>
                    <a:pt x="28" y="25"/>
                  </a:cubicBezTo>
                  <a:cubicBezTo>
                    <a:pt x="31" y="22"/>
                    <a:pt x="32" y="17"/>
                    <a:pt x="31" y="13"/>
                  </a:cubicBezTo>
                  <a:cubicBezTo>
                    <a:pt x="31" y="9"/>
                    <a:pt x="28" y="7"/>
                    <a:pt x="24" y="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36" name="íślîḓe">
              <a:extLst>
                <a:ext uri="{FF2B5EF4-FFF2-40B4-BE49-F238E27FC236}">
                  <a16:creationId xmlns:a16="http://schemas.microsoft.com/office/drawing/2014/main" id="{6B28C917-53B7-466E-8C46-B213A63BE3E7}"/>
                </a:ext>
              </a:extLst>
            </p:cNvPr>
            <p:cNvSpPr/>
            <p:nvPr/>
          </p:nvSpPr>
          <p:spPr bwMode="auto">
            <a:xfrm>
              <a:off x="5261190" y="5403747"/>
              <a:ext cx="216801" cy="226964"/>
            </a:xfrm>
            <a:custGeom>
              <a:avLst/>
              <a:gdLst>
                <a:gd name="T0" fmla="*/ 3 w 31"/>
                <a:gd name="T1" fmla="*/ 12 h 32"/>
                <a:gd name="T2" fmla="*/ 3 w 31"/>
                <a:gd name="T3" fmla="*/ 15 h 32"/>
                <a:gd name="T4" fmla="*/ 11 w 31"/>
                <a:gd name="T5" fmla="*/ 30 h 32"/>
                <a:gd name="T6" fmla="*/ 27 w 31"/>
                <a:gd name="T7" fmla="*/ 26 h 32"/>
                <a:gd name="T8" fmla="*/ 28 w 31"/>
                <a:gd name="T9" fmla="*/ 11 h 32"/>
                <a:gd name="T10" fmla="*/ 3 w 31"/>
                <a:gd name="T11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2">
                  <a:moveTo>
                    <a:pt x="3" y="12"/>
                  </a:moveTo>
                  <a:cubicBezTo>
                    <a:pt x="3" y="13"/>
                    <a:pt x="3" y="14"/>
                    <a:pt x="3" y="15"/>
                  </a:cubicBezTo>
                  <a:cubicBezTo>
                    <a:pt x="0" y="22"/>
                    <a:pt x="5" y="27"/>
                    <a:pt x="11" y="30"/>
                  </a:cubicBezTo>
                  <a:cubicBezTo>
                    <a:pt x="16" y="32"/>
                    <a:pt x="23" y="31"/>
                    <a:pt x="27" y="26"/>
                  </a:cubicBezTo>
                  <a:cubicBezTo>
                    <a:pt x="31" y="22"/>
                    <a:pt x="31" y="16"/>
                    <a:pt x="28" y="11"/>
                  </a:cubicBezTo>
                  <a:cubicBezTo>
                    <a:pt x="24" y="2"/>
                    <a:pt x="5" y="0"/>
                    <a:pt x="3" y="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37" name="íšľîḓe">
              <a:extLst>
                <a:ext uri="{FF2B5EF4-FFF2-40B4-BE49-F238E27FC236}">
                  <a16:creationId xmlns:a16="http://schemas.microsoft.com/office/drawing/2014/main" id="{31466F84-4E1F-46B6-8864-359E1A278752}"/>
                </a:ext>
              </a:extLst>
            </p:cNvPr>
            <p:cNvSpPr/>
            <p:nvPr/>
          </p:nvSpPr>
          <p:spPr bwMode="auto">
            <a:xfrm>
              <a:off x="7388545" y="5369872"/>
              <a:ext cx="254064" cy="243901"/>
            </a:xfrm>
            <a:custGeom>
              <a:avLst/>
              <a:gdLst>
                <a:gd name="T0" fmla="*/ 18 w 36"/>
                <a:gd name="T1" fmla="*/ 34 h 35"/>
                <a:gd name="T2" fmla="*/ 31 w 36"/>
                <a:gd name="T3" fmla="*/ 26 h 35"/>
                <a:gd name="T4" fmla="*/ 21 w 36"/>
                <a:gd name="T5" fmla="*/ 2 h 35"/>
                <a:gd name="T6" fmla="*/ 6 w 36"/>
                <a:gd name="T7" fmla="*/ 7 h 35"/>
                <a:gd name="T8" fmla="*/ 3 w 36"/>
                <a:gd name="T9" fmla="*/ 11 h 35"/>
                <a:gd name="T10" fmla="*/ 4 w 36"/>
                <a:gd name="T11" fmla="*/ 26 h 35"/>
                <a:gd name="T12" fmla="*/ 18 w 36"/>
                <a:gd name="T13" fmla="*/ 34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5">
                  <a:moveTo>
                    <a:pt x="18" y="34"/>
                  </a:moveTo>
                  <a:cubicBezTo>
                    <a:pt x="24" y="35"/>
                    <a:pt x="29" y="31"/>
                    <a:pt x="31" y="26"/>
                  </a:cubicBezTo>
                  <a:cubicBezTo>
                    <a:pt x="36" y="17"/>
                    <a:pt x="30" y="5"/>
                    <a:pt x="21" y="2"/>
                  </a:cubicBezTo>
                  <a:cubicBezTo>
                    <a:pt x="15" y="0"/>
                    <a:pt x="9" y="2"/>
                    <a:pt x="6" y="7"/>
                  </a:cubicBezTo>
                  <a:cubicBezTo>
                    <a:pt x="5" y="8"/>
                    <a:pt x="4" y="9"/>
                    <a:pt x="3" y="11"/>
                  </a:cubicBezTo>
                  <a:cubicBezTo>
                    <a:pt x="0" y="16"/>
                    <a:pt x="1" y="22"/>
                    <a:pt x="4" y="26"/>
                  </a:cubicBezTo>
                  <a:cubicBezTo>
                    <a:pt x="8" y="31"/>
                    <a:pt x="12" y="34"/>
                    <a:pt x="18" y="3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38" name="íṥ1îḍè">
              <a:extLst>
                <a:ext uri="{FF2B5EF4-FFF2-40B4-BE49-F238E27FC236}">
                  <a16:creationId xmlns:a16="http://schemas.microsoft.com/office/drawing/2014/main" id="{60D66638-E629-4F5E-8F33-6375892046A0}"/>
                </a:ext>
              </a:extLst>
            </p:cNvPr>
            <p:cNvSpPr/>
            <p:nvPr/>
          </p:nvSpPr>
          <p:spPr bwMode="auto">
            <a:xfrm>
              <a:off x="6717819" y="5383422"/>
              <a:ext cx="247289" cy="230351"/>
            </a:xfrm>
            <a:custGeom>
              <a:avLst/>
              <a:gdLst>
                <a:gd name="T0" fmla="*/ 30 w 35"/>
                <a:gd name="T1" fmla="*/ 22 h 33"/>
                <a:gd name="T2" fmla="*/ 31 w 35"/>
                <a:gd name="T3" fmla="*/ 6 h 33"/>
                <a:gd name="T4" fmla="*/ 16 w 35"/>
                <a:gd name="T5" fmla="*/ 1 h 33"/>
                <a:gd name="T6" fmla="*/ 4 w 35"/>
                <a:gd name="T7" fmla="*/ 9 h 33"/>
                <a:gd name="T8" fmla="*/ 3 w 35"/>
                <a:gd name="T9" fmla="*/ 10 h 33"/>
                <a:gd name="T10" fmla="*/ 4 w 35"/>
                <a:gd name="T11" fmla="*/ 26 h 33"/>
                <a:gd name="T12" fmla="*/ 30 w 35"/>
                <a:gd name="T13" fmla="*/ 22 h 33"/>
                <a:gd name="T14" fmla="*/ 20 w 35"/>
                <a:gd name="T15" fmla="*/ 13 h 33"/>
                <a:gd name="T16" fmla="*/ 20 w 35"/>
                <a:gd name="T17" fmla="*/ 13 h 33"/>
                <a:gd name="T18" fmla="*/ 20 w 35"/>
                <a:gd name="T19" fmla="*/ 14 h 33"/>
                <a:gd name="T20" fmla="*/ 20 w 35"/>
                <a:gd name="T21" fmla="*/ 14 h 33"/>
                <a:gd name="T22" fmla="*/ 20 w 35"/>
                <a:gd name="T23" fmla="*/ 14 h 33"/>
                <a:gd name="T24" fmla="*/ 20 w 35"/>
                <a:gd name="T25" fmla="*/ 13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33">
                  <a:moveTo>
                    <a:pt x="30" y="22"/>
                  </a:moveTo>
                  <a:cubicBezTo>
                    <a:pt x="35" y="17"/>
                    <a:pt x="35" y="11"/>
                    <a:pt x="31" y="6"/>
                  </a:cubicBezTo>
                  <a:cubicBezTo>
                    <a:pt x="27" y="2"/>
                    <a:pt x="21" y="0"/>
                    <a:pt x="16" y="1"/>
                  </a:cubicBezTo>
                  <a:cubicBezTo>
                    <a:pt x="10" y="1"/>
                    <a:pt x="5" y="4"/>
                    <a:pt x="4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15"/>
                    <a:pt x="0" y="21"/>
                    <a:pt x="4" y="26"/>
                  </a:cubicBezTo>
                  <a:cubicBezTo>
                    <a:pt x="10" y="33"/>
                    <a:pt x="25" y="29"/>
                    <a:pt x="30" y="22"/>
                  </a:cubicBezTo>
                  <a:close/>
                  <a:moveTo>
                    <a:pt x="20" y="13"/>
                  </a:move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0" y="14"/>
                    <a:pt x="20" y="13"/>
                    <a:pt x="20" y="1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39" name="î$ļïḓé">
              <a:extLst>
                <a:ext uri="{FF2B5EF4-FFF2-40B4-BE49-F238E27FC236}">
                  <a16:creationId xmlns:a16="http://schemas.microsoft.com/office/drawing/2014/main" id="{B02432E4-029E-497E-AD0A-AF16AAB50BCC}"/>
                </a:ext>
              </a:extLst>
            </p:cNvPr>
            <p:cNvSpPr/>
            <p:nvPr/>
          </p:nvSpPr>
          <p:spPr bwMode="auto">
            <a:xfrm>
              <a:off x="3686000" y="1535214"/>
              <a:ext cx="4813650" cy="4298748"/>
            </a:xfrm>
            <a:custGeom>
              <a:avLst/>
              <a:gdLst>
                <a:gd name="T0" fmla="*/ 537 w 684"/>
                <a:gd name="T1" fmla="*/ 282 h 611"/>
                <a:gd name="T2" fmla="*/ 482 w 684"/>
                <a:gd name="T3" fmla="*/ 154 h 611"/>
                <a:gd name="T4" fmla="*/ 360 w 684"/>
                <a:gd name="T5" fmla="*/ 104 h 611"/>
                <a:gd name="T6" fmla="*/ 332 w 684"/>
                <a:gd name="T7" fmla="*/ 46 h 611"/>
                <a:gd name="T8" fmla="*/ 326 w 684"/>
                <a:gd name="T9" fmla="*/ 34 h 611"/>
                <a:gd name="T10" fmla="*/ 313 w 684"/>
                <a:gd name="T11" fmla="*/ 129 h 611"/>
                <a:gd name="T12" fmla="*/ 170 w 684"/>
                <a:gd name="T13" fmla="*/ 204 h 611"/>
                <a:gd name="T14" fmla="*/ 30 w 684"/>
                <a:gd name="T15" fmla="*/ 410 h 611"/>
                <a:gd name="T16" fmla="*/ 17 w 684"/>
                <a:gd name="T17" fmla="*/ 474 h 611"/>
                <a:gd name="T18" fmla="*/ 78 w 684"/>
                <a:gd name="T19" fmla="*/ 487 h 611"/>
                <a:gd name="T20" fmla="*/ 99 w 684"/>
                <a:gd name="T21" fmla="*/ 388 h 611"/>
                <a:gd name="T22" fmla="*/ 175 w 684"/>
                <a:gd name="T23" fmla="*/ 499 h 611"/>
                <a:gd name="T24" fmla="*/ 126 w 684"/>
                <a:gd name="T25" fmla="*/ 531 h 611"/>
                <a:gd name="T26" fmla="*/ 382 w 684"/>
                <a:gd name="T27" fmla="*/ 604 h 611"/>
                <a:gd name="T28" fmla="*/ 573 w 684"/>
                <a:gd name="T29" fmla="*/ 523 h 611"/>
                <a:gd name="T30" fmla="*/ 426 w 684"/>
                <a:gd name="T31" fmla="*/ 515 h 611"/>
                <a:gd name="T32" fmla="*/ 489 w 684"/>
                <a:gd name="T33" fmla="*/ 469 h 611"/>
                <a:gd name="T34" fmla="*/ 573 w 684"/>
                <a:gd name="T35" fmla="*/ 395 h 611"/>
                <a:gd name="T36" fmla="*/ 601 w 684"/>
                <a:gd name="T37" fmla="*/ 494 h 611"/>
                <a:gd name="T38" fmla="*/ 332 w 684"/>
                <a:gd name="T39" fmla="*/ 15 h 611"/>
                <a:gd name="T40" fmla="*/ 169 w 684"/>
                <a:gd name="T41" fmla="*/ 278 h 611"/>
                <a:gd name="T42" fmla="*/ 55 w 684"/>
                <a:gd name="T43" fmla="*/ 408 h 611"/>
                <a:gd name="T44" fmla="*/ 73 w 684"/>
                <a:gd name="T45" fmla="*/ 450 h 611"/>
                <a:gd name="T46" fmla="*/ 15 w 684"/>
                <a:gd name="T47" fmla="*/ 462 h 611"/>
                <a:gd name="T48" fmla="*/ 26 w 684"/>
                <a:gd name="T49" fmla="*/ 427 h 611"/>
                <a:gd name="T50" fmla="*/ 61 w 684"/>
                <a:gd name="T51" fmla="*/ 386 h 611"/>
                <a:gd name="T52" fmla="*/ 70 w 684"/>
                <a:gd name="T53" fmla="*/ 364 h 611"/>
                <a:gd name="T54" fmla="*/ 89 w 684"/>
                <a:gd name="T55" fmla="*/ 336 h 611"/>
                <a:gd name="T56" fmla="*/ 110 w 684"/>
                <a:gd name="T57" fmla="*/ 315 h 611"/>
                <a:gd name="T58" fmla="*/ 133 w 684"/>
                <a:gd name="T59" fmla="*/ 298 h 611"/>
                <a:gd name="T60" fmla="*/ 161 w 684"/>
                <a:gd name="T61" fmla="*/ 281 h 611"/>
                <a:gd name="T62" fmla="*/ 542 w 684"/>
                <a:gd name="T63" fmla="*/ 537 h 611"/>
                <a:gd name="T64" fmla="*/ 429 w 684"/>
                <a:gd name="T65" fmla="*/ 592 h 611"/>
                <a:gd name="T66" fmla="*/ 103 w 684"/>
                <a:gd name="T67" fmla="*/ 544 h 611"/>
                <a:gd name="T68" fmla="*/ 246 w 684"/>
                <a:gd name="T69" fmla="*/ 514 h 611"/>
                <a:gd name="T70" fmla="*/ 245 w 684"/>
                <a:gd name="T71" fmla="*/ 527 h 611"/>
                <a:gd name="T72" fmla="*/ 445 w 684"/>
                <a:gd name="T73" fmla="*/ 502 h 611"/>
                <a:gd name="T74" fmla="*/ 186 w 684"/>
                <a:gd name="T75" fmla="*/ 494 h 611"/>
                <a:gd name="T76" fmla="*/ 344 w 684"/>
                <a:gd name="T77" fmla="*/ 480 h 611"/>
                <a:gd name="T78" fmla="*/ 348 w 684"/>
                <a:gd name="T79" fmla="*/ 386 h 611"/>
                <a:gd name="T80" fmla="*/ 187 w 684"/>
                <a:gd name="T81" fmla="*/ 386 h 611"/>
                <a:gd name="T82" fmla="*/ 220 w 684"/>
                <a:gd name="T83" fmla="*/ 163 h 611"/>
                <a:gd name="T84" fmla="*/ 479 w 684"/>
                <a:gd name="T85" fmla="*/ 178 h 611"/>
                <a:gd name="T86" fmla="*/ 203 w 684"/>
                <a:gd name="T87" fmla="*/ 451 h 611"/>
                <a:gd name="T88" fmla="*/ 203 w 684"/>
                <a:gd name="T89" fmla="*/ 405 h 611"/>
                <a:gd name="T90" fmla="*/ 209 w 684"/>
                <a:gd name="T91" fmla="*/ 448 h 611"/>
                <a:gd name="T92" fmla="*/ 263 w 684"/>
                <a:gd name="T93" fmla="*/ 478 h 611"/>
                <a:gd name="T94" fmla="*/ 305 w 684"/>
                <a:gd name="T95" fmla="*/ 395 h 611"/>
                <a:gd name="T96" fmla="*/ 336 w 684"/>
                <a:gd name="T97" fmla="*/ 472 h 611"/>
                <a:gd name="T98" fmla="*/ 606 w 684"/>
                <a:gd name="T99" fmla="*/ 422 h 611"/>
                <a:gd name="T100" fmla="*/ 490 w 684"/>
                <a:gd name="T101" fmla="*/ 277 h 611"/>
                <a:gd name="T102" fmla="*/ 507 w 684"/>
                <a:gd name="T103" fmla="*/ 291 h 611"/>
                <a:gd name="T104" fmla="*/ 515 w 684"/>
                <a:gd name="T105" fmla="*/ 320 h 611"/>
                <a:gd name="T106" fmla="*/ 533 w 684"/>
                <a:gd name="T107" fmla="*/ 335 h 611"/>
                <a:gd name="T108" fmla="*/ 566 w 684"/>
                <a:gd name="T109" fmla="*/ 365 h 611"/>
                <a:gd name="T110" fmla="*/ 564 w 684"/>
                <a:gd name="T111" fmla="*/ 334 h 611"/>
                <a:gd name="T112" fmla="*/ 597 w 684"/>
                <a:gd name="T113" fmla="*/ 387 h 611"/>
                <a:gd name="T114" fmla="*/ 617 w 684"/>
                <a:gd name="T115" fmla="*/ 392 h 611"/>
                <a:gd name="T116" fmla="*/ 614 w 684"/>
                <a:gd name="T117" fmla="*/ 477 h 611"/>
                <a:gd name="T118" fmla="*/ 598 w 684"/>
                <a:gd name="T119" fmla="*/ 480 h 6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84" h="611">
                  <a:moveTo>
                    <a:pt x="682" y="458"/>
                  </a:moveTo>
                  <a:cubicBezTo>
                    <a:pt x="682" y="453"/>
                    <a:pt x="681" y="450"/>
                    <a:pt x="679" y="446"/>
                  </a:cubicBezTo>
                  <a:cubicBezTo>
                    <a:pt x="677" y="438"/>
                    <a:pt x="672" y="431"/>
                    <a:pt x="666" y="425"/>
                  </a:cubicBezTo>
                  <a:cubicBezTo>
                    <a:pt x="659" y="417"/>
                    <a:pt x="649" y="411"/>
                    <a:pt x="639" y="410"/>
                  </a:cubicBezTo>
                  <a:cubicBezTo>
                    <a:pt x="638" y="406"/>
                    <a:pt x="637" y="403"/>
                    <a:pt x="636" y="401"/>
                  </a:cubicBezTo>
                  <a:cubicBezTo>
                    <a:pt x="634" y="396"/>
                    <a:pt x="632" y="391"/>
                    <a:pt x="630" y="386"/>
                  </a:cubicBezTo>
                  <a:cubicBezTo>
                    <a:pt x="625" y="377"/>
                    <a:pt x="621" y="368"/>
                    <a:pt x="615" y="359"/>
                  </a:cubicBezTo>
                  <a:cubicBezTo>
                    <a:pt x="610" y="351"/>
                    <a:pt x="604" y="343"/>
                    <a:pt x="598" y="335"/>
                  </a:cubicBezTo>
                  <a:cubicBezTo>
                    <a:pt x="592" y="328"/>
                    <a:pt x="587" y="320"/>
                    <a:pt x="580" y="313"/>
                  </a:cubicBezTo>
                  <a:cubicBezTo>
                    <a:pt x="568" y="300"/>
                    <a:pt x="552" y="290"/>
                    <a:pt x="537" y="282"/>
                  </a:cubicBezTo>
                  <a:cubicBezTo>
                    <a:pt x="529" y="277"/>
                    <a:pt x="520" y="273"/>
                    <a:pt x="512" y="270"/>
                  </a:cubicBezTo>
                  <a:cubicBezTo>
                    <a:pt x="507" y="269"/>
                    <a:pt x="503" y="267"/>
                    <a:pt x="499" y="267"/>
                  </a:cubicBezTo>
                  <a:cubicBezTo>
                    <a:pt x="496" y="266"/>
                    <a:pt x="493" y="266"/>
                    <a:pt x="490" y="266"/>
                  </a:cubicBezTo>
                  <a:cubicBezTo>
                    <a:pt x="490" y="257"/>
                    <a:pt x="491" y="248"/>
                    <a:pt x="491" y="240"/>
                  </a:cubicBezTo>
                  <a:cubicBezTo>
                    <a:pt x="491" y="226"/>
                    <a:pt x="491" y="213"/>
                    <a:pt x="490" y="200"/>
                  </a:cubicBezTo>
                  <a:cubicBezTo>
                    <a:pt x="490" y="193"/>
                    <a:pt x="490" y="187"/>
                    <a:pt x="489" y="180"/>
                  </a:cubicBezTo>
                  <a:cubicBezTo>
                    <a:pt x="489" y="179"/>
                    <a:pt x="489" y="177"/>
                    <a:pt x="489" y="175"/>
                  </a:cubicBezTo>
                  <a:cubicBezTo>
                    <a:pt x="489" y="174"/>
                    <a:pt x="490" y="172"/>
                    <a:pt x="490" y="171"/>
                  </a:cubicBezTo>
                  <a:cubicBezTo>
                    <a:pt x="491" y="169"/>
                    <a:pt x="490" y="166"/>
                    <a:pt x="490" y="164"/>
                  </a:cubicBezTo>
                  <a:cubicBezTo>
                    <a:pt x="489" y="160"/>
                    <a:pt x="486" y="156"/>
                    <a:pt x="482" y="154"/>
                  </a:cubicBezTo>
                  <a:cubicBezTo>
                    <a:pt x="479" y="152"/>
                    <a:pt x="476" y="151"/>
                    <a:pt x="472" y="151"/>
                  </a:cubicBezTo>
                  <a:cubicBezTo>
                    <a:pt x="467" y="149"/>
                    <a:pt x="462" y="148"/>
                    <a:pt x="457" y="147"/>
                  </a:cubicBezTo>
                  <a:cubicBezTo>
                    <a:pt x="436" y="143"/>
                    <a:pt x="414" y="143"/>
                    <a:pt x="393" y="142"/>
                  </a:cubicBezTo>
                  <a:cubicBezTo>
                    <a:pt x="378" y="142"/>
                    <a:pt x="362" y="142"/>
                    <a:pt x="347" y="142"/>
                  </a:cubicBezTo>
                  <a:cubicBezTo>
                    <a:pt x="347" y="142"/>
                    <a:pt x="346" y="141"/>
                    <a:pt x="346" y="141"/>
                  </a:cubicBezTo>
                  <a:cubicBezTo>
                    <a:pt x="341" y="137"/>
                    <a:pt x="336" y="133"/>
                    <a:pt x="332" y="128"/>
                  </a:cubicBezTo>
                  <a:cubicBezTo>
                    <a:pt x="330" y="126"/>
                    <a:pt x="328" y="124"/>
                    <a:pt x="326" y="123"/>
                  </a:cubicBezTo>
                  <a:cubicBezTo>
                    <a:pt x="330" y="121"/>
                    <a:pt x="334" y="120"/>
                    <a:pt x="337" y="118"/>
                  </a:cubicBezTo>
                  <a:cubicBezTo>
                    <a:pt x="341" y="116"/>
                    <a:pt x="344" y="113"/>
                    <a:pt x="348" y="111"/>
                  </a:cubicBezTo>
                  <a:cubicBezTo>
                    <a:pt x="351" y="108"/>
                    <a:pt x="356" y="106"/>
                    <a:pt x="360" y="104"/>
                  </a:cubicBezTo>
                  <a:cubicBezTo>
                    <a:pt x="364" y="101"/>
                    <a:pt x="365" y="94"/>
                    <a:pt x="360" y="92"/>
                  </a:cubicBezTo>
                  <a:cubicBezTo>
                    <a:pt x="354" y="89"/>
                    <a:pt x="347" y="88"/>
                    <a:pt x="341" y="86"/>
                  </a:cubicBezTo>
                  <a:cubicBezTo>
                    <a:pt x="337" y="84"/>
                    <a:pt x="334" y="83"/>
                    <a:pt x="331" y="81"/>
                  </a:cubicBezTo>
                  <a:cubicBezTo>
                    <a:pt x="332" y="81"/>
                    <a:pt x="333" y="80"/>
                    <a:pt x="334" y="79"/>
                  </a:cubicBezTo>
                  <a:cubicBezTo>
                    <a:pt x="338" y="77"/>
                    <a:pt x="342" y="74"/>
                    <a:pt x="347" y="72"/>
                  </a:cubicBezTo>
                  <a:cubicBezTo>
                    <a:pt x="351" y="70"/>
                    <a:pt x="355" y="67"/>
                    <a:pt x="355" y="61"/>
                  </a:cubicBezTo>
                  <a:cubicBezTo>
                    <a:pt x="355" y="55"/>
                    <a:pt x="350" y="53"/>
                    <a:pt x="345" y="51"/>
                  </a:cubicBezTo>
                  <a:cubicBezTo>
                    <a:pt x="343" y="51"/>
                    <a:pt x="340" y="50"/>
                    <a:pt x="338" y="49"/>
                  </a:cubicBezTo>
                  <a:cubicBezTo>
                    <a:pt x="336" y="48"/>
                    <a:pt x="335" y="48"/>
                    <a:pt x="334" y="47"/>
                  </a:cubicBezTo>
                  <a:cubicBezTo>
                    <a:pt x="333" y="47"/>
                    <a:pt x="333" y="46"/>
                    <a:pt x="332" y="46"/>
                  </a:cubicBezTo>
                  <a:cubicBezTo>
                    <a:pt x="332" y="46"/>
                    <a:pt x="332" y="46"/>
                    <a:pt x="333" y="45"/>
                  </a:cubicBezTo>
                  <a:cubicBezTo>
                    <a:pt x="334" y="44"/>
                    <a:pt x="335" y="44"/>
                    <a:pt x="337" y="43"/>
                  </a:cubicBezTo>
                  <a:cubicBezTo>
                    <a:pt x="342" y="45"/>
                    <a:pt x="347" y="46"/>
                    <a:pt x="353" y="45"/>
                  </a:cubicBezTo>
                  <a:cubicBezTo>
                    <a:pt x="367" y="43"/>
                    <a:pt x="376" y="27"/>
                    <a:pt x="370" y="14"/>
                  </a:cubicBezTo>
                  <a:cubicBezTo>
                    <a:pt x="367" y="7"/>
                    <a:pt x="360" y="4"/>
                    <a:pt x="353" y="2"/>
                  </a:cubicBezTo>
                  <a:cubicBezTo>
                    <a:pt x="348" y="1"/>
                    <a:pt x="341" y="0"/>
                    <a:pt x="336" y="2"/>
                  </a:cubicBezTo>
                  <a:cubicBezTo>
                    <a:pt x="332" y="1"/>
                    <a:pt x="329" y="2"/>
                    <a:pt x="326" y="5"/>
                  </a:cubicBezTo>
                  <a:cubicBezTo>
                    <a:pt x="321" y="11"/>
                    <a:pt x="321" y="18"/>
                    <a:pt x="322" y="24"/>
                  </a:cubicBezTo>
                  <a:cubicBezTo>
                    <a:pt x="322" y="28"/>
                    <a:pt x="324" y="31"/>
                    <a:pt x="326" y="34"/>
                  </a:cubicBezTo>
                  <a:cubicBezTo>
                    <a:pt x="326" y="34"/>
                    <a:pt x="326" y="34"/>
                    <a:pt x="326" y="34"/>
                  </a:cubicBezTo>
                  <a:cubicBezTo>
                    <a:pt x="322" y="36"/>
                    <a:pt x="318" y="39"/>
                    <a:pt x="317" y="44"/>
                  </a:cubicBezTo>
                  <a:cubicBezTo>
                    <a:pt x="313" y="53"/>
                    <a:pt x="325" y="58"/>
                    <a:pt x="331" y="61"/>
                  </a:cubicBezTo>
                  <a:cubicBezTo>
                    <a:pt x="333" y="61"/>
                    <a:pt x="335" y="62"/>
                    <a:pt x="336" y="63"/>
                  </a:cubicBezTo>
                  <a:cubicBezTo>
                    <a:pt x="328" y="67"/>
                    <a:pt x="320" y="71"/>
                    <a:pt x="313" y="76"/>
                  </a:cubicBezTo>
                  <a:cubicBezTo>
                    <a:pt x="309" y="78"/>
                    <a:pt x="308" y="85"/>
                    <a:pt x="313" y="88"/>
                  </a:cubicBezTo>
                  <a:cubicBezTo>
                    <a:pt x="320" y="91"/>
                    <a:pt x="327" y="94"/>
                    <a:pt x="334" y="97"/>
                  </a:cubicBezTo>
                  <a:cubicBezTo>
                    <a:pt x="336" y="98"/>
                    <a:pt x="338" y="99"/>
                    <a:pt x="340" y="100"/>
                  </a:cubicBezTo>
                  <a:cubicBezTo>
                    <a:pt x="336" y="102"/>
                    <a:pt x="333" y="105"/>
                    <a:pt x="330" y="107"/>
                  </a:cubicBezTo>
                  <a:cubicBezTo>
                    <a:pt x="323" y="110"/>
                    <a:pt x="315" y="112"/>
                    <a:pt x="310" y="118"/>
                  </a:cubicBezTo>
                  <a:cubicBezTo>
                    <a:pt x="306" y="122"/>
                    <a:pt x="308" y="127"/>
                    <a:pt x="313" y="129"/>
                  </a:cubicBezTo>
                  <a:cubicBezTo>
                    <a:pt x="317" y="131"/>
                    <a:pt x="321" y="136"/>
                    <a:pt x="325" y="139"/>
                  </a:cubicBezTo>
                  <a:cubicBezTo>
                    <a:pt x="326" y="140"/>
                    <a:pt x="327" y="141"/>
                    <a:pt x="329" y="142"/>
                  </a:cubicBezTo>
                  <a:cubicBezTo>
                    <a:pt x="328" y="142"/>
                    <a:pt x="327" y="142"/>
                    <a:pt x="327" y="142"/>
                  </a:cubicBezTo>
                  <a:cubicBezTo>
                    <a:pt x="305" y="143"/>
                    <a:pt x="283" y="142"/>
                    <a:pt x="262" y="144"/>
                  </a:cubicBezTo>
                  <a:cubicBezTo>
                    <a:pt x="250" y="145"/>
                    <a:pt x="239" y="148"/>
                    <a:pt x="228" y="149"/>
                  </a:cubicBezTo>
                  <a:cubicBezTo>
                    <a:pt x="217" y="150"/>
                    <a:pt x="206" y="149"/>
                    <a:pt x="195" y="150"/>
                  </a:cubicBezTo>
                  <a:cubicBezTo>
                    <a:pt x="186" y="150"/>
                    <a:pt x="177" y="153"/>
                    <a:pt x="173" y="162"/>
                  </a:cubicBezTo>
                  <a:cubicBezTo>
                    <a:pt x="170" y="168"/>
                    <a:pt x="168" y="177"/>
                    <a:pt x="171" y="184"/>
                  </a:cubicBezTo>
                  <a:cubicBezTo>
                    <a:pt x="171" y="185"/>
                    <a:pt x="171" y="185"/>
                    <a:pt x="171" y="186"/>
                  </a:cubicBezTo>
                  <a:cubicBezTo>
                    <a:pt x="170" y="192"/>
                    <a:pt x="170" y="198"/>
                    <a:pt x="170" y="204"/>
                  </a:cubicBezTo>
                  <a:cubicBezTo>
                    <a:pt x="170" y="215"/>
                    <a:pt x="170" y="226"/>
                    <a:pt x="170" y="237"/>
                  </a:cubicBezTo>
                  <a:cubicBezTo>
                    <a:pt x="169" y="247"/>
                    <a:pt x="169" y="257"/>
                    <a:pt x="169" y="267"/>
                  </a:cubicBezTo>
                  <a:cubicBezTo>
                    <a:pt x="163" y="267"/>
                    <a:pt x="157" y="269"/>
                    <a:pt x="152" y="271"/>
                  </a:cubicBezTo>
                  <a:cubicBezTo>
                    <a:pt x="143" y="274"/>
                    <a:pt x="135" y="279"/>
                    <a:pt x="128" y="284"/>
                  </a:cubicBezTo>
                  <a:cubicBezTo>
                    <a:pt x="114" y="293"/>
                    <a:pt x="100" y="304"/>
                    <a:pt x="89" y="316"/>
                  </a:cubicBezTo>
                  <a:cubicBezTo>
                    <a:pt x="77" y="328"/>
                    <a:pt x="67" y="342"/>
                    <a:pt x="59" y="357"/>
                  </a:cubicBezTo>
                  <a:cubicBezTo>
                    <a:pt x="55" y="364"/>
                    <a:pt x="51" y="372"/>
                    <a:pt x="49" y="380"/>
                  </a:cubicBezTo>
                  <a:cubicBezTo>
                    <a:pt x="47" y="385"/>
                    <a:pt x="46" y="390"/>
                    <a:pt x="45" y="395"/>
                  </a:cubicBezTo>
                  <a:cubicBezTo>
                    <a:pt x="44" y="399"/>
                    <a:pt x="43" y="403"/>
                    <a:pt x="43" y="407"/>
                  </a:cubicBezTo>
                  <a:cubicBezTo>
                    <a:pt x="39" y="408"/>
                    <a:pt x="34" y="409"/>
                    <a:pt x="30" y="410"/>
                  </a:cubicBezTo>
                  <a:cubicBezTo>
                    <a:pt x="28" y="410"/>
                    <a:pt x="26" y="410"/>
                    <a:pt x="24" y="411"/>
                  </a:cubicBezTo>
                  <a:cubicBezTo>
                    <a:pt x="21" y="414"/>
                    <a:pt x="17" y="417"/>
                    <a:pt x="14" y="421"/>
                  </a:cubicBezTo>
                  <a:cubicBezTo>
                    <a:pt x="12" y="426"/>
                    <a:pt x="10" y="430"/>
                    <a:pt x="8" y="435"/>
                  </a:cubicBezTo>
                  <a:cubicBezTo>
                    <a:pt x="7" y="436"/>
                    <a:pt x="7" y="437"/>
                    <a:pt x="7" y="438"/>
                  </a:cubicBezTo>
                  <a:cubicBezTo>
                    <a:pt x="6" y="439"/>
                    <a:pt x="6" y="440"/>
                    <a:pt x="6" y="440"/>
                  </a:cubicBezTo>
                  <a:cubicBezTo>
                    <a:pt x="6" y="441"/>
                    <a:pt x="5" y="441"/>
                    <a:pt x="5" y="442"/>
                  </a:cubicBezTo>
                  <a:cubicBezTo>
                    <a:pt x="3" y="448"/>
                    <a:pt x="0" y="455"/>
                    <a:pt x="1" y="462"/>
                  </a:cubicBezTo>
                  <a:cubicBezTo>
                    <a:pt x="1" y="468"/>
                    <a:pt x="7" y="476"/>
                    <a:pt x="14" y="474"/>
                  </a:cubicBezTo>
                  <a:cubicBezTo>
                    <a:pt x="14" y="475"/>
                    <a:pt x="15" y="475"/>
                    <a:pt x="16" y="475"/>
                  </a:cubicBezTo>
                  <a:cubicBezTo>
                    <a:pt x="17" y="475"/>
                    <a:pt x="18" y="475"/>
                    <a:pt x="17" y="474"/>
                  </a:cubicBezTo>
                  <a:cubicBezTo>
                    <a:pt x="18" y="474"/>
                    <a:pt x="19" y="474"/>
                    <a:pt x="20" y="474"/>
                  </a:cubicBezTo>
                  <a:cubicBezTo>
                    <a:pt x="23" y="474"/>
                    <a:pt x="25" y="473"/>
                    <a:pt x="28" y="471"/>
                  </a:cubicBezTo>
                  <a:cubicBezTo>
                    <a:pt x="33" y="467"/>
                    <a:pt x="34" y="459"/>
                    <a:pt x="37" y="453"/>
                  </a:cubicBezTo>
                  <a:cubicBezTo>
                    <a:pt x="40" y="449"/>
                    <a:pt x="43" y="444"/>
                    <a:pt x="48" y="442"/>
                  </a:cubicBezTo>
                  <a:cubicBezTo>
                    <a:pt x="53" y="441"/>
                    <a:pt x="59" y="444"/>
                    <a:pt x="60" y="449"/>
                  </a:cubicBezTo>
                  <a:cubicBezTo>
                    <a:pt x="61" y="452"/>
                    <a:pt x="57" y="458"/>
                    <a:pt x="55" y="461"/>
                  </a:cubicBezTo>
                  <a:cubicBezTo>
                    <a:pt x="52" y="466"/>
                    <a:pt x="49" y="471"/>
                    <a:pt x="50" y="478"/>
                  </a:cubicBezTo>
                  <a:cubicBezTo>
                    <a:pt x="52" y="482"/>
                    <a:pt x="56" y="485"/>
                    <a:pt x="61" y="487"/>
                  </a:cubicBezTo>
                  <a:cubicBezTo>
                    <a:pt x="65" y="488"/>
                    <a:pt x="71" y="490"/>
                    <a:pt x="75" y="489"/>
                  </a:cubicBezTo>
                  <a:cubicBezTo>
                    <a:pt x="76" y="488"/>
                    <a:pt x="77" y="488"/>
                    <a:pt x="78" y="487"/>
                  </a:cubicBezTo>
                  <a:cubicBezTo>
                    <a:pt x="81" y="486"/>
                    <a:pt x="84" y="483"/>
                    <a:pt x="85" y="480"/>
                  </a:cubicBezTo>
                  <a:cubicBezTo>
                    <a:pt x="88" y="476"/>
                    <a:pt x="90" y="470"/>
                    <a:pt x="91" y="465"/>
                  </a:cubicBezTo>
                  <a:cubicBezTo>
                    <a:pt x="94" y="453"/>
                    <a:pt x="92" y="440"/>
                    <a:pt x="86" y="429"/>
                  </a:cubicBezTo>
                  <a:cubicBezTo>
                    <a:pt x="87" y="428"/>
                    <a:pt x="88" y="426"/>
                    <a:pt x="89" y="425"/>
                  </a:cubicBezTo>
                  <a:cubicBezTo>
                    <a:pt x="89" y="425"/>
                    <a:pt x="89" y="425"/>
                    <a:pt x="89" y="425"/>
                  </a:cubicBezTo>
                  <a:cubicBezTo>
                    <a:pt x="91" y="415"/>
                    <a:pt x="92" y="404"/>
                    <a:pt x="96" y="394"/>
                  </a:cubicBezTo>
                  <a:cubicBezTo>
                    <a:pt x="97" y="395"/>
                    <a:pt x="99" y="395"/>
                    <a:pt x="100" y="395"/>
                  </a:cubicBezTo>
                  <a:cubicBezTo>
                    <a:pt x="101" y="394"/>
                    <a:pt x="102" y="392"/>
                    <a:pt x="101" y="391"/>
                  </a:cubicBezTo>
                  <a:cubicBezTo>
                    <a:pt x="100" y="390"/>
                    <a:pt x="99" y="390"/>
                    <a:pt x="98" y="389"/>
                  </a:cubicBezTo>
                  <a:cubicBezTo>
                    <a:pt x="98" y="389"/>
                    <a:pt x="98" y="388"/>
                    <a:pt x="99" y="388"/>
                  </a:cubicBezTo>
                  <a:cubicBezTo>
                    <a:pt x="104" y="377"/>
                    <a:pt x="111" y="367"/>
                    <a:pt x="119" y="358"/>
                  </a:cubicBezTo>
                  <a:cubicBezTo>
                    <a:pt x="127" y="349"/>
                    <a:pt x="137" y="342"/>
                    <a:pt x="147" y="335"/>
                  </a:cubicBezTo>
                  <a:cubicBezTo>
                    <a:pt x="153" y="331"/>
                    <a:pt x="159" y="328"/>
                    <a:pt x="166" y="325"/>
                  </a:cubicBezTo>
                  <a:cubicBezTo>
                    <a:pt x="167" y="324"/>
                    <a:pt x="169" y="324"/>
                    <a:pt x="170" y="323"/>
                  </a:cubicBezTo>
                  <a:cubicBezTo>
                    <a:pt x="171" y="339"/>
                    <a:pt x="172" y="355"/>
                    <a:pt x="173" y="371"/>
                  </a:cubicBezTo>
                  <a:cubicBezTo>
                    <a:pt x="173" y="382"/>
                    <a:pt x="173" y="393"/>
                    <a:pt x="173" y="403"/>
                  </a:cubicBezTo>
                  <a:cubicBezTo>
                    <a:pt x="173" y="414"/>
                    <a:pt x="174" y="425"/>
                    <a:pt x="174" y="436"/>
                  </a:cubicBezTo>
                  <a:cubicBezTo>
                    <a:pt x="175" y="454"/>
                    <a:pt x="174" y="472"/>
                    <a:pt x="172" y="490"/>
                  </a:cubicBezTo>
                  <a:cubicBezTo>
                    <a:pt x="172" y="492"/>
                    <a:pt x="173" y="494"/>
                    <a:pt x="174" y="495"/>
                  </a:cubicBezTo>
                  <a:cubicBezTo>
                    <a:pt x="174" y="496"/>
                    <a:pt x="174" y="498"/>
                    <a:pt x="175" y="499"/>
                  </a:cubicBezTo>
                  <a:cubicBezTo>
                    <a:pt x="177" y="506"/>
                    <a:pt x="185" y="514"/>
                    <a:pt x="193" y="514"/>
                  </a:cubicBezTo>
                  <a:cubicBezTo>
                    <a:pt x="194" y="514"/>
                    <a:pt x="196" y="513"/>
                    <a:pt x="197" y="512"/>
                  </a:cubicBezTo>
                  <a:cubicBezTo>
                    <a:pt x="206" y="515"/>
                    <a:pt x="217" y="513"/>
                    <a:pt x="225" y="514"/>
                  </a:cubicBezTo>
                  <a:cubicBezTo>
                    <a:pt x="229" y="514"/>
                    <a:pt x="232" y="514"/>
                    <a:pt x="235" y="514"/>
                  </a:cubicBezTo>
                  <a:cubicBezTo>
                    <a:pt x="235" y="516"/>
                    <a:pt x="235" y="518"/>
                    <a:pt x="235" y="520"/>
                  </a:cubicBezTo>
                  <a:cubicBezTo>
                    <a:pt x="234" y="522"/>
                    <a:pt x="233" y="526"/>
                    <a:pt x="233" y="529"/>
                  </a:cubicBezTo>
                  <a:cubicBezTo>
                    <a:pt x="222" y="530"/>
                    <a:pt x="211" y="531"/>
                    <a:pt x="200" y="531"/>
                  </a:cubicBezTo>
                  <a:cubicBezTo>
                    <a:pt x="184" y="531"/>
                    <a:pt x="167" y="532"/>
                    <a:pt x="151" y="532"/>
                  </a:cubicBezTo>
                  <a:cubicBezTo>
                    <a:pt x="143" y="532"/>
                    <a:pt x="135" y="531"/>
                    <a:pt x="127" y="531"/>
                  </a:cubicBezTo>
                  <a:cubicBezTo>
                    <a:pt x="127" y="531"/>
                    <a:pt x="126" y="531"/>
                    <a:pt x="126" y="531"/>
                  </a:cubicBezTo>
                  <a:cubicBezTo>
                    <a:pt x="124" y="530"/>
                    <a:pt x="123" y="530"/>
                    <a:pt x="122" y="530"/>
                  </a:cubicBezTo>
                  <a:cubicBezTo>
                    <a:pt x="112" y="528"/>
                    <a:pt x="102" y="529"/>
                    <a:pt x="93" y="534"/>
                  </a:cubicBezTo>
                  <a:cubicBezTo>
                    <a:pt x="77" y="541"/>
                    <a:pt x="69" y="562"/>
                    <a:pt x="73" y="578"/>
                  </a:cubicBezTo>
                  <a:cubicBezTo>
                    <a:pt x="77" y="595"/>
                    <a:pt x="93" y="604"/>
                    <a:pt x="108" y="607"/>
                  </a:cubicBezTo>
                  <a:cubicBezTo>
                    <a:pt x="118" y="609"/>
                    <a:pt x="128" y="610"/>
                    <a:pt x="138" y="610"/>
                  </a:cubicBezTo>
                  <a:cubicBezTo>
                    <a:pt x="145" y="611"/>
                    <a:pt x="153" y="611"/>
                    <a:pt x="160" y="611"/>
                  </a:cubicBezTo>
                  <a:cubicBezTo>
                    <a:pt x="171" y="610"/>
                    <a:pt x="182" y="609"/>
                    <a:pt x="193" y="609"/>
                  </a:cubicBezTo>
                  <a:cubicBezTo>
                    <a:pt x="215" y="608"/>
                    <a:pt x="236" y="610"/>
                    <a:pt x="257" y="611"/>
                  </a:cubicBezTo>
                  <a:cubicBezTo>
                    <a:pt x="279" y="611"/>
                    <a:pt x="301" y="611"/>
                    <a:pt x="323" y="609"/>
                  </a:cubicBezTo>
                  <a:cubicBezTo>
                    <a:pt x="343" y="608"/>
                    <a:pt x="363" y="606"/>
                    <a:pt x="382" y="604"/>
                  </a:cubicBezTo>
                  <a:cubicBezTo>
                    <a:pt x="392" y="603"/>
                    <a:pt x="402" y="603"/>
                    <a:pt x="411" y="604"/>
                  </a:cubicBezTo>
                  <a:cubicBezTo>
                    <a:pt x="422" y="604"/>
                    <a:pt x="432" y="605"/>
                    <a:pt x="442" y="605"/>
                  </a:cubicBezTo>
                  <a:cubicBezTo>
                    <a:pt x="462" y="606"/>
                    <a:pt x="482" y="605"/>
                    <a:pt x="502" y="604"/>
                  </a:cubicBezTo>
                  <a:cubicBezTo>
                    <a:pt x="512" y="603"/>
                    <a:pt x="522" y="603"/>
                    <a:pt x="531" y="603"/>
                  </a:cubicBezTo>
                  <a:cubicBezTo>
                    <a:pt x="535" y="603"/>
                    <a:pt x="539" y="603"/>
                    <a:pt x="542" y="602"/>
                  </a:cubicBezTo>
                  <a:cubicBezTo>
                    <a:pt x="549" y="604"/>
                    <a:pt x="556" y="603"/>
                    <a:pt x="563" y="603"/>
                  </a:cubicBezTo>
                  <a:cubicBezTo>
                    <a:pt x="571" y="602"/>
                    <a:pt x="579" y="601"/>
                    <a:pt x="586" y="597"/>
                  </a:cubicBezTo>
                  <a:cubicBezTo>
                    <a:pt x="598" y="592"/>
                    <a:pt x="604" y="580"/>
                    <a:pt x="605" y="567"/>
                  </a:cubicBezTo>
                  <a:cubicBezTo>
                    <a:pt x="606" y="555"/>
                    <a:pt x="601" y="542"/>
                    <a:pt x="592" y="533"/>
                  </a:cubicBezTo>
                  <a:cubicBezTo>
                    <a:pt x="586" y="528"/>
                    <a:pt x="580" y="525"/>
                    <a:pt x="573" y="523"/>
                  </a:cubicBezTo>
                  <a:cubicBezTo>
                    <a:pt x="570" y="522"/>
                    <a:pt x="566" y="522"/>
                    <a:pt x="563" y="521"/>
                  </a:cubicBezTo>
                  <a:cubicBezTo>
                    <a:pt x="559" y="521"/>
                    <a:pt x="555" y="521"/>
                    <a:pt x="552" y="523"/>
                  </a:cubicBezTo>
                  <a:cubicBezTo>
                    <a:pt x="552" y="523"/>
                    <a:pt x="552" y="523"/>
                    <a:pt x="552" y="523"/>
                  </a:cubicBezTo>
                  <a:cubicBezTo>
                    <a:pt x="547" y="524"/>
                    <a:pt x="541" y="525"/>
                    <a:pt x="536" y="525"/>
                  </a:cubicBezTo>
                  <a:cubicBezTo>
                    <a:pt x="525" y="527"/>
                    <a:pt x="514" y="527"/>
                    <a:pt x="503" y="527"/>
                  </a:cubicBezTo>
                  <a:cubicBezTo>
                    <a:pt x="481" y="526"/>
                    <a:pt x="458" y="527"/>
                    <a:pt x="436" y="527"/>
                  </a:cubicBezTo>
                  <a:cubicBezTo>
                    <a:pt x="431" y="527"/>
                    <a:pt x="426" y="527"/>
                    <a:pt x="420" y="527"/>
                  </a:cubicBezTo>
                  <a:cubicBezTo>
                    <a:pt x="420" y="525"/>
                    <a:pt x="420" y="523"/>
                    <a:pt x="419" y="522"/>
                  </a:cubicBezTo>
                  <a:cubicBezTo>
                    <a:pt x="419" y="520"/>
                    <a:pt x="419" y="517"/>
                    <a:pt x="418" y="515"/>
                  </a:cubicBezTo>
                  <a:cubicBezTo>
                    <a:pt x="421" y="515"/>
                    <a:pt x="423" y="515"/>
                    <a:pt x="426" y="515"/>
                  </a:cubicBezTo>
                  <a:cubicBezTo>
                    <a:pt x="432" y="514"/>
                    <a:pt x="438" y="514"/>
                    <a:pt x="444" y="514"/>
                  </a:cubicBezTo>
                  <a:cubicBezTo>
                    <a:pt x="450" y="514"/>
                    <a:pt x="456" y="514"/>
                    <a:pt x="462" y="514"/>
                  </a:cubicBezTo>
                  <a:cubicBezTo>
                    <a:pt x="468" y="513"/>
                    <a:pt x="474" y="512"/>
                    <a:pt x="479" y="508"/>
                  </a:cubicBezTo>
                  <a:cubicBezTo>
                    <a:pt x="481" y="507"/>
                    <a:pt x="483" y="505"/>
                    <a:pt x="485" y="504"/>
                  </a:cubicBezTo>
                  <a:cubicBezTo>
                    <a:pt x="485" y="503"/>
                    <a:pt x="485" y="503"/>
                    <a:pt x="486" y="502"/>
                  </a:cubicBezTo>
                  <a:cubicBezTo>
                    <a:pt x="486" y="502"/>
                    <a:pt x="486" y="501"/>
                    <a:pt x="487" y="500"/>
                  </a:cubicBezTo>
                  <a:cubicBezTo>
                    <a:pt x="487" y="499"/>
                    <a:pt x="488" y="498"/>
                    <a:pt x="488" y="496"/>
                  </a:cubicBezTo>
                  <a:cubicBezTo>
                    <a:pt x="488" y="495"/>
                    <a:pt x="487" y="494"/>
                    <a:pt x="487" y="493"/>
                  </a:cubicBezTo>
                  <a:cubicBezTo>
                    <a:pt x="487" y="490"/>
                    <a:pt x="487" y="488"/>
                    <a:pt x="487" y="485"/>
                  </a:cubicBezTo>
                  <a:cubicBezTo>
                    <a:pt x="488" y="480"/>
                    <a:pt x="489" y="474"/>
                    <a:pt x="489" y="469"/>
                  </a:cubicBezTo>
                  <a:cubicBezTo>
                    <a:pt x="490" y="458"/>
                    <a:pt x="490" y="447"/>
                    <a:pt x="491" y="436"/>
                  </a:cubicBezTo>
                  <a:cubicBezTo>
                    <a:pt x="491" y="425"/>
                    <a:pt x="492" y="414"/>
                    <a:pt x="492" y="403"/>
                  </a:cubicBezTo>
                  <a:cubicBezTo>
                    <a:pt x="493" y="391"/>
                    <a:pt x="492" y="380"/>
                    <a:pt x="493" y="369"/>
                  </a:cubicBezTo>
                  <a:cubicBezTo>
                    <a:pt x="494" y="358"/>
                    <a:pt x="493" y="347"/>
                    <a:pt x="493" y="336"/>
                  </a:cubicBezTo>
                  <a:cubicBezTo>
                    <a:pt x="493" y="331"/>
                    <a:pt x="493" y="325"/>
                    <a:pt x="493" y="320"/>
                  </a:cubicBezTo>
                  <a:cubicBezTo>
                    <a:pt x="494" y="320"/>
                    <a:pt x="495" y="321"/>
                    <a:pt x="496" y="321"/>
                  </a:cubicBezTo>
                  <a:cubicBezTo>
                    <a:pt x="502" y="325"/>
                    <a:pt x="507" y="329"/>
                    <a:pt x="512" y="333"/>
                  </a:cubicBezTo>
                  <a:cubicBezTo>
                    <a:pt x="517" y="338"/>
                    <a:pt x="522" y="342"/>
                    <a:pt x="527" y="347"/>
                  </a:cubicBezTo>
                  <a:cubicBezTo>
                    <a:pt x="532" y="352"/>
                    <a:pt x="538" y="357"/>
                    <a:pt x="544" y="362"/>
                  </a:cubicBezTo>
                  <a:cubicBezTo>
                    <a:pt x="555" y="372"/>
                    <a:pt x="565" y="383"/>
                    <a:pt x="573" y="395"/>
                  </a:cubicBezTo>
                  <a:cubicBezTo>
                    <a:pt x="577" y="402"/>
                    <a:pt x="581" y="408"/>
                    <a:pt x="586" y="414"/>
                  </a:cubicBezTo>
                  <a:cubicBezTo>
                    <a:pt x="588" y="417"/>
                    <a:pt x="590" y="420"/>
                    <a:pt x="591" y="423"/>
                  </a:cubicBezTo>
                  <a:cubicBezTo>
                    <a:pt x="593" y="427"/>
                    <a:pt x="594" y="431"/>
                    <a:pt x="596" y="434"/>
                  </a:cubicBezTo>
                  <a:cubicBezTo>
                    <a:pt x="596" y="434"/>
                    <a:pt x="596" y="434"/>
                    <a:pt x="596" y="434"/>
                  </a:cubicBezTo>
                  <a:cubicBezTo>
                    <a:pt x="595" y="436"/>
                    <a:pt x="593" y="439"/>
                    <a:pt x="592" y="441"/>
                  </a:cubicBezTo>
                  <a:cubicBezTo>
                    <a:pt x="589" y="449"/>
                    <a:pt x="587" y="457"/>
                    <a:pt x="586" y="465"/>
                  </a:cubicBezTo>
                  <a:cubicBezTo>
                    <a:pt x="586" y="469"/>
                    <a:pt x="586" y="474"/>
                    <a:pt x="587" y="478"/>
                  </a:cubicBezTo>
                  <a:cubicBezTo>
                    <a:pt x="587" y="480"/>
                    <a:pt x="588" y="483"/>
                    <a:pt x="589" y="485"/>
                  </a:cubicBezTo>
                  <a:cubicBezTo>
                    <a:pt x="588" y="489"/>
                    <a:pt x="589" y="493"/>
                    <a:pt x="593" y="494"/>
                  </a:cubicBezTo>
                  <a:cubicBezTo>
                    <a:pt x="596" y="494"/>
                    <a:pt x="599" y="494"/>
                    <a:pt x="601" y="494"/>
                  </a:cubicBezTo>
                  <a:cubicBezTo>
                    <a:pt x="604" y="494"/>
                    <a:pt x="607" y="494"/>
                    <a:pt x="610" y="494"/>
                  </a:cubicBezTo>
                  <a:cubicBezTo>
                    <a:pt x="616" y="494"/>
                    <a:pt x="622" y="492"/>
                    <a:pt x="626" y="487"/>
                  </a:cubicBezTo>
                  <a:cubicBezTo>
                    <a:pt x="630" y="480"/>
                    <a:pt x="627" y="474"/>
                    <a:pt x="626" y="467"/>
                  </a:cubicBezTo>
                  <a:cubicBezTo>
                    <a:pt x="625" y="461"/>
                    <a:pt x="625" y="455"/>
                    <a:pt x="629" y="451"/>
                  </a:cubicBezTo>
                  <a:cubicBezTo>
                    <a:pt x="638" y="442"/>
                    <a:pt x="652" y="455"/>
                    <a:pt x="656" y="463"/>
                  </a:cubicBezTo>
                  <a:cubicBezTo>
                    <a:pt x="659" y="468"/>
                    <a:pt x="663" y="477"/>
                    <a:pt x="670" y="477"/>
                  </a:cubicBezTo>
                  <a:cubicBezTo>
                    <a:pt x="673" y="477"/>
                    <a:pt x="676" y="475"/>
                    <a:pt x="677" y="473"/>
                  </a:cubicBezTo>
                  <a:cubicBezTo>
                    <a:pt x="678" y="472"/>
                    <a:pt x="679" y="472"/>
                    <a:pt x="680" y="471"/>
                  </a:cubicBezTo>
                  <a:cubicBezTo>
                    <a:pt x="684" y="467"/>
                    <a:pt x="683" y="462"/>
                    <a:pt x="682" y="458"/>
                  </a:cubicBezTo>
                  <a:close/>
                  <a:moveTo>
                    <a:pt x="332" y="15"/>
                  </a:moveTo>
                  <a:cubicBezTo>
                    <a:pt x="332" y="15"/>
                    <a:pt x="332" y="15"/>
                    <a:pt x="332" y="15"/>
                  </a:cubicBezTo>
                  <a:cubicBezTo>
                    <a:pt x="332" y="15"/>
                    <a:pt x="333" y="14"/>
                    <a:pt x="333" y="14"/>
                  </a:cubicBezTo>
                  <a:cubicBezTo>
                    <a:pt x="337" y="15"/>
                    <a:pt x="341" y="14"/>
                    <a:pt x="345" y="14"/>
                  </a:cubicBezTo>
                  <a:cubicBezTo>
                    <a:pt x="349" y="15"/>
                    <a:pt x="354" y="16"/>
                    <a:pt x="357" y="18"/>
                  </a:cubicBezTo>
                  <a:cubicBezTo>
                    <a:pt x="362" y="23"/>
                    <a:pt x="358" y="30"/>
                    <a:pt x="352" y="32"/>
                  </a:cubicBezTo>
                  <a:cubicBezTo>
                    <a:pt x="349" y="34"/>
                    <a:pt x="345" y="34"/>
                    <a:pt x="341" y="32"/>
                  </a:cubicBezTo>
                  <a:cubicBezTo>
                    <a:pt x="340" y="30"/>
                    <a:pt x="339" y="29"/>
                    <a:pt x="337" y="29"/>
                  </a:cubicBezTo>
                  <a:cubicBezTo>
                    <a:pt x="336" y="28"/>
                    <a:pt x="335" y="27"/>
                    <a:pt x="335" y="26"/>
                  </a:cubicBezTo>
                  <a:cubicBezTo>
                    <a:pt x="333" y="23"/>
                    <a:pt x="332" y="19"/>
                    <a:pt x="332" y="15"/>
                  </a:cubicBezTo>
                  <a:close/>
                  <a:moveTo>
                    <a:pt x="169" y="278"/>
                  </a:moveTo>
                  <a:cubicBezTo>
                    <a:pt x="169" y="278"/>
                    <a:pt x="169" y="278"/>
                    <a:pt x="169" y="278"/>
                  </a:cubicBezTo>
                  <a:cubicBezTo>
                    <a:pt x="169" y="280"/>
                    <a:pt x="169" y="282"/>
                    <a:pt x="169" y="284"/>
                  </a:cubicBezTo>
                  <a:cubicBezTo>
                    <a:pt x="168" y="282"/>
                    <a:pt x="168" y="281"/>
                    <a:pt x="167" y="279"/>
                  </a:cubicBezTo>
                  <a:cubicBezTo>
                    <a:pt x="168" y="279"/>
                    <a:pt x="168" y="279"/>
                    <a:pt x="169" y="278"/>
                  </a:cubicBezTo>
                  <a:close/>
                  <a:moveTo>
                    <a:pt x="58" y="397"/>
                  </a:moveTo>
                  <a:cubicBezTo>
                    <a:pt x="58" y="397"/>
                    <a:pt x="58" y="397"/>
                    <a:pt x="58" y="397"/>
                  </a:cubicBezTo>
                  <a:cubicBezTo>
                    <a:pt x="62" y="398"/>
                    <a:pt x="67" y="400"/>
                    <a:pt x="71" y="402"/>
                  </a:cubicBezTo>
                  <a:cubicBezTo>
                    <a:pt x="73" y="404"/>
                    <a:pt x="76" y="405"/>
                    <a:pt x="79" y="406"/>
                  </a:cubicBezTo>
                  <a:cubicBezTo>
                    <a:pt x="78" y="410"/>
                    <a:pt x="77" y="413"/>
                    <a:pt x="76" y="417"/>
                  </a:cubicBezTo>
                  <a:cubicBezTo>
                    <a:pt x="70" y="412"/>
                    <a:pt x="63" y="409"/>
                    <a:pt x="55" y="408"/>
                  </a:cubicBezTo>
                  <a:cubicBezTo>
                    <a:pt x="56" y="404"/>
                    <a:pt x="57" y="401"/>
                    <a:pt x="58" y="397"/>
                  </a:cubicBezTo>
                  <a:close/>
                  <a:moveTo>
                    <a:pt x="78" y="458"/>
                  </a:moveTo>
                  <a:cubicBezTo>
                    <a:pt x="78" y="458"/>
                    <a:pt x="78" y="458"/>
                    <a:pt x="78" y="458"/>
                  </a:cubicBezTo>
                  <a:cubicBezTo>
                    <a:pt x="78" y="462"/>
                    <a:pt x="77" y="466"/>
                    <a:pt x="75" y="470"/>
                  </a:cubicBezTo>
                  <a:cubicBezTo>
                    <a:pt x="74" y="472"/>
                    <a:pt x="73" y="474"/>
                    <a:pt x="72" y="475"/>
                  </a:cubicBezTo>
                  <a:cubicBezTo>
                    <a:pt x="70" y="475"/>
                    <a:pt x="67" y="475"/>
                    <a:pt x="64" y="474"/>
                  </a:cubicBezTo>
                  <a:cubicBezTo>
                    <a:pt x="64" y="474"/>
                    <a:pt x="64" y="474"/>
                    <a:pt x="63" y="473"/>
                  </a:cubicBezTo>
                  <a:cubicBezTo>
                    <a:pt x="63" y="473"/>
                    <a:pt x="63" y="473"/>
                    <a:pt x="64" y="473"/>
                  </a:cubicBezTo>
                  <a:cubicBezTo>
                    <a:pt x="64" y="471"/>
                    <a:pt x="65" y="470"/>
                    <a:pt x="66" y="468"/>
                  </a:cubicBezTo>
                  <a:cubicBezTo>
                    <a:pt x="69" y="463"/>
                    <a:pt x="72" y="457"/>
                    <a:pt x="73" y="450"/>
                  </a:cubicBezTo>
                  <a:cubicBezTo>
                    <a:pt x="74" y="443"/>
                    <a:pt x="68" y="437"/>
                    <a:pt x="62" y="433"/>
                  </a:cubicBezTo>
                  <a:cubicBezTo>
                    <a:pt x="56" y="429"/>
                    <a:pt x="48" y="428"/>
                    <a:pt x="42" y="431"/>
                  </a:cubicBezTo>
                  <a:cubicBezTo>
                    <a:pt x="35" y="434"/>
                    <a:pt x="31" y="440"/>
                    <a:pt x="27" y="446"/>
                  </a:cubicBezTo>
                  <a:cubicBezTo>
                    <a:pt x="25" y="449"/>
                    <a:pt x="24" y="453"/>
                    <a:pt x="23" y="456"/>
                  </a:cubicBezTo>
                  <a:cubicBezTo>
                    <a:pt x="22" y="458"/>
                    <a:pt x="21" y="460"/>
                    <a:pt x="21" y="461"/>
                  </a:cubicBezTo>
                  <a:cubicBezTo>
                    <a:pt x="21" y="462"/>
                    <a:pt x="19" y="464"/>
                    <a:pt x="20" y="463"/>
                  </a:cubicBezTo>
                  <a:cubicBezTo>
                    <a:pt x="19" y="464"/>
                    <a:pt x="18" y="464"/>
                    <a:pt x="17" y="464"/>
                  </a:cubicBezTo>
                  <a:cubicBezTo>
                    <a:pt x="16" y="464"/>
                    <a:pt x="16" y="463"/>
                    <a:pt x="15" y="463"/>
                  </a:cubicBezTo>
                  <a:cubicBezTo>
                    <a:pt x="15" y="463"/>
                    <a:pt x="15" y="463"/>
                    <a:pt x="15" y="463"/>
                  </a:cubicBezTo>
                  <a:cubicBezTo>
                    <a:pt x="15" y="463"/>
                    <a:pt x="15" y="463"/>
                    <a:pt x="15" y="462"/>
                  </a:cubicBezTo>
                  <a:cubicBezTo>
                    <a:pt x="15" y="462"/>
                    <a:pt x="14" y="462"/>
                    <a:pt x="14" y="462"/>
                  </a:cubicBezTo>
                  <a:cubicBezTo>
                    <a:pt x="14" y="462"/>
                    <a:pt x="14" y="462"/>
                    <a:pt x="14" y="462"/>
                  </a:cubicBezTo>
                  <a:cubicBezTo>
                    <a:pt x="14" y="462"/>
                    <a:pt x="14" y="461"/>
                    <a:pt x="14" y="460"/>
                  </a:cubicBezTo>
                  <a:cubicBezTo>
                    <a:pt x="14" y="460"/>
                    <a:pt x="14" y="459"/>
                    <a:pt x="14" y="458"/>
                  </a:cubicBezTo>
                  <a:cubicBezTo>
                    <a:pt x="14" y="458"/>
                    <a:pt x="14" y="458"/>
                    <a:pt x="14" y="458"/>
                  </a:cubicBezTo>
                  <a:cubicBezTo>
                    <a:pt x="14" y="458"/>
                    <a:pt x="14" y="457"/>
                    <a:pt x="14" y="456"/>
                  </a:cubicBezTo>
                  <a:cubicBezTo>
                    <a:pt x="15" y="455"/>
                    <a:pt x="15" y="454"/>
                    <a:pt x="16" y="452"/>
                  </a:cubicBezTo>
                  <a:cubicBezTo>
                    <a:pt x="16" y="450"/>
                    <a:pt x="17" y="447"/>
                    <a:pt x="18" y="445"/>
                  </a:cubicBezTo>
                  <a:cubicBezTo>
                    <a:pt x="20" y="440"/>
                    <a:pt x="21" y="435"/>
                    <a:pt x="24" y="430"/>
                  </a:cubicBezTo>
                  <a:cubicBezTo>
                    <a:pt x="24" y="429"/>
                    <a:pt x="25" y="428"/>
                    <a:pt x="26" y="427"/>
                  </a:cubicBezTo>
                  <a:cubicBezTo>
                    <a:pt x="26" y="427"/>
                    <a:pt x="26" y="427"/>
                    <a:pt x="26" y="426"/>
                  </a:cubicBezTo>
                  <a:cubicBezTo>
                    <a:pt x="28" y="425"/>
                    <a:pt x="31" y="423"/>
                    <a:pt x="33" y="421"/>
                  </a:cubicBezTo>
                  <a:cubicBezTo>
                    <a:pt x="36" y="420"/>
                    <a:pt x="39" y="420"/>
                    <a:pt x="42" y="420"/>
                  </a:cubicBezTo>
                  <a:cubicBezTo>
                    <a:pt x="48" y="419"/>
                    <a:pt x="55" y="420"/>
                    <a:pt x="61" y="423"/>
                  </a:cubicBezTo>
                  <a:cubicBezTo>
                    <a:pt x="74" y="429"/>
                    <a:pt x="80" y="443"/>
                    <a:pt x="78" y="458"/>
                  </a:cubicBezTo>
                  <a:close/>
                  <a:moveTo>
                    <a:pt x="80" y="401"/>
                  </a:moveTo>
                  <a:cubicBezTo>
                    <a:pt x="80" y="401"/>
                    <a:pt x="80" y="401"/>
                    <a:pt x="80" y="401"/>
                  </a:cubicBezTo>
                  <a:cubicBezTo>
                    <a:pt x="78" y="399"/>
                    <a:pt x="75" y="398"/>
                    <a:pt x="72" y="397"/>
                  </a:cubicBezTo>
                  <a:cubicBezTo>
                    <a:pt x="68" y="395"/>
                    <a:pt x="64" y="393"/>
                    <a:pt x="59" y="392"/>
                  </a:cubicBezTo>
                  <a:cubicBezTo>
                    <a:pt x="60" y="390"/>
                    <a:pt x="60" y="388"/>
                    <a:pt x="61" y="386"/>
                  </a:cubicBezTo>
                  <a:cubicBezTo>
                    <a:pt x="62" y="383"/>
                    <a:pt x="63" y="380"/>
                    <a:pt x="64" y="377"/>
                  </a:cubicBezTo>
                  <a:cubicBezTo>
                    <a:pt x="69" y="380"/>
                    <a:pt x="75" y="383"/>
                    <a:pt x="80" y="387"/>
                  </a:cubicBezTo>
                  <a:cubicBezTo>
                    <a:pt x="81" y="387"/>
                    <a:pt x="82" y="388"/>
                    <a:pt x="84" y="389"/>
                  </a:cubicBezTo>
                  <a:cubicBezTo>
                    <a:pt x="82" y="393"/>
                    <a:pt x="81" y="397"/>
                    <a:pt x="80" y="401"/>
                  </a:cubicBezTo>
                  <a:close/>
                  <a:moveTo>
                    <a:pt x="87" y="381"/>
                  </a:moveTo>
                  <a:cubicBezTo>
                    <a:pt x="87" y="381"/>
                    <a:pt x="87" y="381"/>
                    <a:pt x="87" y="381"/>
                  </a:cubicBezTo>
                  <a:cubicBezTo>
                    <a:pt x="86" y="382"/>
                    <a:pt x="86" y="383"/>
                    <a:pt x="86" y="384"/>
                  </a:cubicBezTo>
                  <a:cubicBezTo>
                    <a:pt x="84" y="383"/>
                    <a:pt x="83" y="382"/>
                    <a:pt x="82" y="381"/>
                  </a:cubicBezTo>
                  <a:cubicBezTo>
                    <a:pt x="77" y="378"/>
                    <a:pt x="71" y="375"/>
                    <a:pt x="66" y="373"/>
                  </a:cubicBezTo>
                  <a:cubicBezTo>
                    <a:pt x="67" y="370"/>
                    <a:pt x="69" y="367"/>
                    <a:pt x="70" y="364"/>
                  </a:cubicBezTo>
                  <a:cubicBezTo>
                    <a:pt x="72" y="360"/>
                    <a:pt x="75" y="356"/>
                    <a:pt x="77" y="352"/>
                  </a:cubicBezTo>
                  <a:cubicBezTo>
                    <a:pt x="82" y="355"/>
                    <a:pt x="87" y="358"/>
                    <a:pt x="91" y="361"/>
                  </a:cubicBezTo>
                  <a:cubicBezTo>
                    <a:pt x="93" y="362"/>
                    <a:pt x="95" y="363"/>
                    <a:pt x="97" y="364"/>
                  </a:cubicBezTo>
                  <a:cubicBezTo>
                    <a:pt x="93" y="369"/>
                    <a:pt x="90" y="375"/>
                    <a:pt x="87" y="381"/>
                  </a:cubicBezTo>
                  <a:close/>
                  <a:moveTo>
                    <a:pt x="109" y="349"/>
                  </a:moveTo>
                  <a:cubicBezTo>
                    <a:pt x="109" y="349"/>
                    <a:pt x="109" y="349"/>
                    <a:pt x="109" y="349"/>
                  </a:cubicBezTo>
                  <a:cubicBezTo>
                    <a:pt x="106" y="353"/>
                    <a:pt x="103" y="356"/>
                    <a:pt x="100" y="360"/>
                  </a:cubicBezTo>
                  <a:cubicBezTo>
                    <a:pt x="98" y="359"/>
                    <a:pt x="95" y="357"/>
                    <a:pt x="93" y="356"/>
                  </a:cubicBezTo>
                  <a:cubicBezTo>
                    <a:pt x="89" y="353"/>
                    <a:pt x="84" y="350"/>
                    <a:pt x="80" y="348"/>
                  </a:cubicBezTo>
                  <a:cubicBezTo>
                    <a:pt x="83" y="344"/>
                    <a:pt x="86" y="340"/>
                    <a:pt x="89" y="336"/>
                  </a:cubicBezTo>
                  <a:cubicBezTo>
                    <a:pt x="89" y="336"/>
                    <a:pt x="89" y="336"/>
                    <a:pt x="90" y="337"/>
                  </a:cubicBezTo>
                  <a:cubicBezTo>
                    <a:pt x="95" y="339"/>
                    <a:pt x="101" y="341"/>
                    <a:pt x="106" y="344"/>
                  </a:cubicBezTo>
                  <a:cubicBezTo>
                    <a:pt x="108" y="345"/>
                    <a:pt x="109" y="346"/>
                    <a:pt x="111" y="347"/>
                  </a:cubicBezTo>
                  <a:cubicBezTo>
                    <a:pt x="110" y="348"/>
                    <a:pt x="110" y="349"/>
                    <a:pt x="109" y="349"/>
                  </a:cubicBezTo>
                  <a:close/>
                  <a:moveTo>
                    <a:pt x="115" y="343"/>
                  </a:moveTo>
                  <a:cubicBezTo>
                    <a:pt x="115" y="343"/>
                    <a:pt x="115" y="343"/>
                    <a:pt x="115" y="343"/>
                  </a:cubicBezTo>
                  <a:cubicBezTo>
                    <a:pt x="113" y="341"/>
                    <a:pt x="111" y="340"/>
                    <a:pt x="109" y="339"/>
                  </a:cubicBezTo>
                  <a:cubicBezTo>
                    <a:pt x="103" y="337"/>
                    <a:pt x="98" y="334"/>
                    <a:pt x="92" y="332"/>
                  </a:cubicBezTo>
                  <a:cubicBezTo>
                    <a:pt x="94" y="330"/>
                    <a:pt x="96" y="328"/>
                    <a:pt x="98" y="326"/>
                  </a:cubicBezTo>
                  <a:cubicBezTo>
                    <a:pt x="102" y="322"/>
                    <a:pt x="106" y="318"/>
                    <a:pt x="110" y="315"/>
                  </a:cubicBezTo>
                  <a:cubicBezTo>
                    <a:pt x="113" y="319"/>
                    <a:pt x="118" y="323"/>
                    <a:pt x="122" y="326"/>
                  </a:cubicBezTo>
                  <a:cubicBezTo>
                    <a:pt x="124" y="328"/>
                    <a:pt x="127" y="329"/>
                    <a:pt x="129" y="331"/>
                  </a:cubicBezTo>
                  <a:cubicBezTo>
                    <a:pt x="124" y="335"/>
                    <a:pt x="120" y="339"/>
                    <a:pt x="115" y="343"/>
                  </a:cubicBezTo>
                  <a:close/>
                  <a:moveTo>
                    <a:pt x="139" y="324"/>
                  </a:moveTo>
                  <a:cubicBezTo>
                    <a:pt x="139" y="324"/>
                    <a:pt x="139" y="324"/>
                    <a:pt x="139" y="324"/>
                  </a:cubicBezTo>
                  <a:cubicBezTo>
                    <a:pt x="137" y="325"/>
                    <a:pt x="135" y="326"/>
                    <a:pt x="134" y="328"/>
                  </a:cubicBezTo>
                  <a:cubicBezTo>
                    <a:pt x="132" y="326"/>
                    <a:pt x="130" y="325"/>
                    <a:pt x="128" y="324"/>
                  </a:cubicBezTo>
                  <a:cubicBezTo>
                    <a:pt x="123" y="320"/>
                    <a:pt x="118" y="316"/>
                    <a:pt x="113" y="311"/>
                  </a:cubicBezTo>
                  <a:cubicBezTo>
                    <a:pt x="119" y="306"/>
                    <a:pt x="125" y="302"/>
                    <a:pt x="132" y="297"/>
                  </a:cubicBezTo>
                  <a:cubicBezTo>
                    <a:pt x="132" y="297"/>
                    <a:pt x="132" y="297"/>
                    <a:pt x="133" y="298"/>
                  </a:cubicBezTo>
                  <a:cubicBezTo>
                    <a:pt x="140" y="300"/>
                    <a:pt x="144" y="306"/>
                    <a:pt x="148" y="312"/>
                  </a:cubicBezTo>
                  <a:cubicBezTo>
                    <a:pt x="150" y="313"/>
                    <a:pt x="151" y="315"/>
                    <a:pt x="152" y="317"/>
                  </a:cubicBezTo>
                  <a:cubicBezTo>
                    <a:pt x="148" y="319"/>
                    <a:pt x="143" y="321"/>
                    <a:pt x="139" y="324"/>
                  </a:cubicBezTo>
                  <a:close/>
                  <a:moveTo>
                    <a:pt x="159" y="314"/>
                  </a:moveTo>
                  <a:cubicBezTo>
                    <a:pt x="159" y="314"/>
                    <a:pt x="159" y="314"/>
                    <a:pt x="159" y="314"/>
                  </a:cubicBezTo>
                  <a:cubicBezTo>
                    <a:pt x="158" y="314"/>
                    <a:pt x="158" y="315"/>
                    <a:pt x="157" y="315"/>
                  </a:cubicBezTo>
                  <a:cubicBezTo>
                    <a:pt x="155" y="312"/>
                    <a:pt x="153" y="309"/>
                    <a:pt x="151" y="307"/>
                  </a:cubicBezTo>
                  <a:cubicBezTo>
                    <a:pt x="147" y="302"/>
                    <a:pt x="142" y="296"/>
                    <a:pt x="136" y="294"/>
                  </a:cubicBezTo>
                  <a:cubicBezTo>
                    <a:pt x="142" y="290"/>
                    <a:pt x="149" y="286"/>
                    <a:pt x="155" y="283"/>
                  </a:cubicBezTo>
                  <a:cubicBezTo>
                    <a:pt x="157" y="282"/>
                    <a:pt x="159" y="282"/>
                    <a:pt x="161" y="281"/>
                  </a:cubicBezTo>
                  <a:cubicBezTo>
                    <a:pt x="163" y="285"/>
                    <a:pt x="165" y="289"/>
                    <a:pt x="167" y="293"/>
                  </a:cubicBezTo>
                  <a:cubicBezTo>
                    <a:pt x="168" y="295"/>
                    <a:pt x="169" y="296"/>
                    <a:pt x="169" y="297"/>
                  </a:cubicBezTo>
                  <a:cubicBezTo>
                    <a:pt x="169" y="300"/>
                    <a:pt x="169" y="302"/>
                    <a:pt x="169" y="304"/>
                  </a:cubicBezTo>
                  <a:cubicBezTo>
                    <a:pt x="170" y="306"/>
                    <a:pt x="170" y="308"/>
                    <a:pt x="170" y="310"/>
                  </a:cubicBezTo>
                  <a:cubicBezTo>
                    <a:pt x="166" y="311"/>
                    <a:pt x="162" y="313"/>
                    <a:pt x="159" y="314"/>
                  </a:cubicBezTo>
                  <a:close/>
                  <a:moveTo>
                    <a:pt x="468" y="540"/>
                  </a:moveTo>
                  <a:cubicBezTo>
                    <a:pt x="468" y="540"/>
                    <a:pt x="468" y="540"/>
                    <a:pt x="468" y="540"/>
                  </a:cubicBezTo>
                  <a:cubicBezTo>
                    <a:pt x="476" y="540"/>
                    <a:pt x="484" y="540"/>
                    <a:pt x="492" y="540"/>
                  </a:cubicBezTo>
                  <a:cubicBezTo>
                    <a:pt x="501" y="540"/>
                    <a:pt x="509" y="540"/>
                    <a:pt x="517" y="540"/>
                  </a:cubicBezTo>
                  <a:cubicBezTo>
                    <a:pt x="526" y="539"/>
                    <a:pt x="534" y="538"/>
                    <a:pt x="542" y="537"/>
                  </a:cubicBezTo>
                  <a:cubicBezTo>
                    <a:pt x="550" y="535"/>
                    <a:pt x="557" y="534"/>
                    <a:pt x="565" y="534"/>
                  </a:cubicBezTo>
                  <a:cubicBezTo>
                    <a:pt x="566" y="534"/>
                    <a:pt x="567" y="535"/>
                    <a:pt x="568" y="535"/>
                  </a:cubicBezTo>
                  <a:cubicBezTo>
                    <a:pt x="572" y="537"/>
                    <a:pt x="577" y="539"/>
                    <a:pt x="581" y="542"/>
                  </a:cubicBezTo>
                  <a:cubicBezTo>
                    <a:pt x="589" y="549"/>
                    <a:pt x="592" y="558"/>
                    <a:pt x="592" y="567"/>
                  </a:cubicBezTo>
                  <a:cubicBezTo>
                    <a:pt x="591" y="575"/>
                    <a:pt x="586" y="583"/>
                    <a:pt x="578" y="587"/>
                  </a:cubicBezTo>
                  <a:cubicBezTo>
                    <a:pt x="573" y="589"/>
                    <a:pt x="565" y="589"/>
                    <a:pt x="559" y="589"/>
                  </a:cubicBezTo>
                  <a:cubicBezTo>
                    <a:pt x="554" y="590"/>
                    <a:pt x="549" y="590"/>
                    <a:pt x="544" y="592"/>
                  </a:cubicBezTo>
                  <a:cubicBezTo>
                    <a:pt x="539" y="591"/>
                    <a:pt x="534" y="591"/>
                    <a:pt x="529" y="591"/>
                  </a:cubicBezTo>
                  <a:cubicBezTo>
                    <a:pt x="518" y="591"/>
                    <a:pt x="507" y="591"/>
                    <a:pt x="496" y="591"/>
                  </a:cubicBezTo>
                  <a:cubicBezTo>
                    <a:pt x="473" y="592"/>
                    <a:pt x="451" y="593"/>
                    <a:pt x="429" y="592"/>
                  </a:cubicBezTo>
                  <a:cubicBezTo>
                    <a:pt x="418" y="591"/>
                    <a:pt x="407" y="590"/>
                    <a:pt x="396" y="590"/>
                  </a:cubicBezTo>
                  <a:cubicBezTo>
                    <a:pt x="384" y="590"/>
                    <a:pt x="373" y="592"/>
                    <a:pt x="362" y="593"/>
                  </a:cubicBezTo>
                  <a:cubicBezTo>
                    <a:pt x="340" y="595"/>
                    <a:pt x="317" y="597"/>
                    <a:pt x="295" y="598"/>
                  </a:cubicBezTo>
                  <a:cubicBezTo>
                    <a:pt x="275" y="598"/>
                    <a:pt x="255" y="598"/>
                    <a:pt x="236" y="597"/>
                  </a:cubicBezTo>
                  <a:cubicBezTo>
                    <a:pt x="226" y="597"/>
                    <a:pt x="216" y="596"/>
                    <a:pt x="206" y="596"/>
                  </a:cubicBezTo>
                  <a:cubicBezTo>
                    <a:pt x="196" y="596"/>
                    <a:pt x="186" y="597"/>
                    <a:pt x="176" y="598"/>
                  </a:cubicBezTo>
                  <a:cubicBezTo>
                    <a:pt x="172" y="598"/>
                    <a:pt x="167" y="599"/>
                    <a:pt x="163" y="599"/>
                  </a:cubicBezTo>
                  <a:cubicBezTo>
                    <a:pt x="148" y="596"/>
                    <a:pt x="133" y="597"/>
                    <a:pt x="118" y="595"/>
                  </a:cubicBezTo>
                  <a:cubicBezTo>
                    <a:pt x="106" y="593"/>
                    <a:pt x="91" y="589"/>
                    <a:pt x="86" y="577"/>
                  </a:cubicBezTo>
                  <a:cubicBezTo>
                    <a:pt x="82" y="564"/>
                    <a:pt x="90" y="548"/>
                    <a:pt x="103" y="544"/>
                  </a:cubicBezTo>
                  <a:cubicBezTo>
                    <a:pt x="110" y="542"/>
                    <a:pt x="118" y="543"/>
                    <a:pt x="126" y="543"/>
                  </a:cubicBezTo>
                  <a:cubicBezTo>
                    <a:pt x="132" y="543"/>
                    <a:pt x="140" y="544"/>
                    <a:pt x="146" y="542"/>
                  </a:cubicBezTo>
                  <a:cubicBezTo>
                    <a:pt x="153" y="543"/>
                    <a:pt x="160" y="543"/>
                    <a:pt x="168" y="543"/>
                  </a:cubicBezTo>
                  <a:cubicBezTo>
                    <a:pt x="179" y="543"/>
                    <a:pt x="189" y="543"/>
                    <a:pt x="200" y="543"/>
                  </a:cubicBezTo>
                  <a:cubicBezTo>
                    <a:pt x="211" y="543"/>
                    <a:pt x="222" y="542"/>
                    <a:pt x="233" y="541"/>
                  </a:cubicBezTo>
                  <a:cubicBezTo>
                    <a:pt x="256" y="539"/>
                    <a:pt x="278" y="540"/>
                    <a:pt x="301" y="540"/>
                  </a:cubicBezTo>
                  <a:cubicBezTo>
                    <a:pt x="323" y="540"/>
                    <a:pt x="345" y="541"/>
                    <a:pt x="368" y="540"/>
                  </a:cubicBezTo>
                  <a:cubicBezTo>
                    <a:pt x="384" y="540"/>
                    <a:pt x="401" y="540"/>
                    <a:pt x="417" y="540"/>
                  </a:cubicBezTo>
                  <a:cubicBezTo>
                    <a:pt x="434" y="540"/>
                    <a:pt x="451" y="540"/>
                    <a:pt x="468" y="540"/>
                  </a:cubicBezTo>
                  <a:close/>
                  <a:moveTo>
                    <a:pt x="246" y="514"/>
                  </a:moveTo>
                  <a:cubicBezTo>
                    <a:pt x="246" y="514"/>
                    <a:pt x="246" y="514"/>
                    <a:pt x="246" y="514"/>
                  </a:cubicBezTo>
                  <a:cubicBezTo>
                    <a:pt x="261" y="514"/>
                    <a:pt x="277" y="513"/>
                    <a:pt x="292" y="513"/>
                  </a:cubicBezTo>
                  <a:cubicBezTo>
                    <a:pt x="331" y="514"/>
                    <a:pt x="369" y="517"/>
                    <a:pt x="407" y="515"/>
                  </a:cubicBezTo>
                  <a:cubicBezTo>
                    <a:pt x="407" y="518"/>
                    <a:pt x="408" y="520"/>
                    <a:pt x="408" y="523"/>
                  </a:cubicBezTo>
                  <a:cubicBezTo>
                    <a:pt x="408" y="524"/>
                    <a:pt x="408" y="525"/>
                    <a:pt x="408" y="527"/>
                  </a:cubicBezTo>
                  <a:cubicBezTo>
                    <a:pt x="395" y="527"/>
                    <a:pt x="382" y="527"/>
                    <a:pt x="369" y="527"/>
                  </a:cubicBezTo>
                  <a:cubicBezTo>
                    <a:pt x="347" y="528"/>
                    <a:pt x="325" y="527"/>
                    <a:pt x="302" y="527"/>
                  </a:cubicBezTo>
                  <a:cubicBezTo>
                    <a:pt x="285" y="527"/>
                    <a:pt x="268" y="527"/>
                    <a:pt x="251" y="528"/>
                  </a:cubicBezTo>
                  <a:cubicBezTo>
                    <a:pt x="249" y="528"/>
                    <a:pt x="247" y="528"/>
                    <a:pt x="245" y="528"/>
                  </a:cubicBezTo>
                  <a:cubicBezTo>
                    <a:pt x="245" y="528"/>
                    <a:pt x="245" y="527"/>
                    <a:pt x="245" y="527"/>
                  </a:cubicBezTo>
                  <a:cubicBezTo>
                    <a:pt x="245" y="525"/>
                    <a:pt x="246" y="522"/>
                    <a:pt x="246" y="519"/>
                  </a:cubicBezTo>
                  <a:cubicBezTo>
                    <a:pt x="246" y="517"/>
                    <a:pt x="246" y="516"/>
                    <a:pt x="246" y="514"/>
                  </a:cubicBezTo>
                  <a:close/>
                  <a:moveTo>
                    <a:pt x="479" y="390"/>
                  </a:moveTo>
                  <a:cubicBezTo>
                    <a:pt x="479" y="390"/>
                    <a:pt x="479" y="390"/>
                    <a:pt x="479" y="390"/>
                  </a:cubicBezTo>
                  <a:cubicBezTo>
                    <a:pt x="479" y="402"/>
                    <a:pt x="479" y="413"/>
                    <a:pt x="479" y="424"/>
                  </a:cubicBezTo>
                  <a:cubicBezTo>
                    <a:pt x="478" y="437"/>
                    <a:pt x="478" y="451"/>
                    <a:pt x="477" y="464"/>
                  </a:cubicBezTo>
                  <a:cubicBezTo>
                    <a:pt x="476" y="474"/>
                    <a:pt x="475" y="485"/>
                    <a:pt x="477" y="495"/>
                  </a:cubicBezTo>
                  <a:cubicBezTo>
                    <a:pt x="475" y="496"/>
                    <a:pt x="474" y="497"/>
                    <a:pt x="473" y="498"/>
                  </a:cubicBezTo>
                  <a:cubicBezTo>
                    <a:pt x="469" y="501"/>
                    <a:pt x="465" y="501"/>
                    <a:pt x="460" y="502"/>
                  </a:cubicBezTo>
                  <a:cubicBezTo>
                    <a:pt x="455" y="502"/>
                    <a:pt x="450" y="502"/>
                    <a:pt x="445" y="502"/>
                  </a:cubicBezTo>
                  <a:cubicBezTo>
                    <a:pt x="440" y="502"/>
                    <a:pt x="434" y="502"/>
                    <a:pt x="429" y="502"/>
                  </a:cubicBezTo>
                  <a:cubicBezTo>
                    <a:pt x="407" y="504"/>
                    <a:pt x="384" y="504"/>
                    <a:pt x="362" y="503"/>
                  </a:cubicBezTo>
                  <a:cubicBezTo>
                    <a:pt x="340" y="503"/>
                    <a:pt x="317" y="502"/>
                    <a:pt x="295" y="501"/>
                  </a:cubicBezTo>
                  <a:cubicBezTo>
                    <a:pt x="273" y="501"/>
                    <a:pt x="250" y="502"/>
                    <a:pt x="228" y="502"/>
                  </a:cubicBezTo>
                  <a:cubicBezTo>
                    <a:pt x="221" y="502"/>
                    <a:pt x="215" y="503"/>
                    <a:pt x="208" y="503"/>
                  </a:cubicBezTo>
                  <a:cubicBezTo>
                    <a:pt x="205" y="503"/>
                    <a:pt x="201" y="503"/>
                    <a:pt x="198" y="503"/>
                  </a:cubicBezTo>
                  <a:cubicBezTo>
                    <a:pt x="197" y="503"/>
                    <a:pt x="197" y="502"/>
                    <a:pt x="196" y="502"/>
                  </a:cubicBezTo>
                  <a:cubicBezTo>
                    <a:pt x="194" y="501"/>
                    <a:pt x="191" y="500"/>
                    <a:pt x="189" y="498"/>
                  </a:cubicBezTo>
                  <a:cubicBezTo>
                    <a:pt x="188" y="498"/>
                    <a:pt x="188" y="497"/>
                    <a:pt x="188" y="497"/>
                  </a:cubicBezTo>
                  <a:cubicBezTo>
                    <a:pt x="187" y="495"/>
                    <a:pt x="187" y="495"/>
                    <a:pt x="186" y="494"/>
                  </a:cubicBezTo>
                  <a:cubicBezTo>
                    <a:pt x="186" y="492"/>
                    <a:pt x="185" y="490"/>
                    <a:pt x="185" y="487"/>
                  </a:cubicBezTo>
                  <a:cubicBezTo>
                    <a:pt x="185" y="487"/>
                    <a:pt x="185" y="486"/>
                    <a:pt x="185" y="486"/>
                  </a:cubicBezTo>
                  <a:cubicBezTo>
                    <a:pt x="189" y="486"/>
                    <a:pt x="193" y="486"/>
                    <a:pt x="196" y="487"/>
                  </a:cubicBezTo>
                  <a:cubicBezTo>
                    <a:pt x="204" y="487"/>
                    <a:pt x="211" y="487"/>
                    <a:pt x="219" y="487"/>
                  </a:cubicBezTo>
                  <a:cubicBezTo>
                    <a:pt x="233" y="487"/>
                    <a:pt x="248" y="488"/>
                    <a:pt x="262" y="488"/>
                  </a:cubicBezTo>
                  <a:cubicBezTo>
                    <a:pt x="277" y="487"/>
                    <a:pt x="291" y="485"/>
                    <a:pt x="306" y="483"/>
                  </a:cubicBezTo>
                  <a:cubicBezTo>
                    <a:pt x="313" y="482"/>
                    <a:pt x="321" y="481"/>
                    <a:pt x="328" y="481"/>
                  </a:cubicBezTo>
                  <a:cubicBezTo>
                    <a:pt x="332" y="481"/>
                    <a:pt x="335" y="481"/>
                    <a:pt x="339" y="481"/>
                  </a:cubicBezTo>
                  <a:cubicBezTo>
                    <a:pt x="340" y="480"/>
                    <a:pt x="342" y="480"/>
                    <a:pt x="343" y="480"/>
                  </a:cubicBezTo>
                  <a:cubicBezTo>
                    <a:pt x="343" y="480"/>
                    <a:pt x="343" y="480"/>
                    <a:pt x="344" y="480"/>
                  </a:cubicBezTo>
                  <a:cubicBezTo>
                    <a:pt x="345" y="482"/>
                    <a:pt x="349" y="482"/>
                    <a:pt x="351" y="479"/>
                  </a:cubicBezTo>
                  <a:cubicBezTo>
                    <a:pt x="355" y="474"/>
                    <a:pt x="353" y="465"/>
                    <a:pt x="353" y="459"/>
                  </a:cubicBezTo>
                  <a:cubicBezTo>
                    <a:pt x="353" y="451"/>
                    <a:pt x="354" y="443"/>
                    <a:pt x="354" y="436"/>
                  </a:cubicBezTo>
                  <a:cubicBezTo>
                    <a:pt x="354" y="427"/>
                    <a:pt x="353" y="419"/>
                    <a:pt x="352" y="410"/>
                  </a:cubicBezTo>
                  <a:cubicBezTo>
                    <a:pt x="351" y="406"/>
                    <a:pt x="351" y="402"/>
                    <a:pt x="350" y="398"/>
                  </a:cubicBezTo>
                  <a:cubicBezTo>
                    <a:pt x="350" y="395"/>
                    <a:pt x="350" y="391"/>
                    <a:pt x="348" y="387"/>
                  </a:cubicBezTo>
                  <a:cubicBezTo>
                    <a:pt x="348" y="387"/>
                    <a:pt x="348" y="387"/>
                    <a:pt x="348" y="386"/>
                  </a:cubicBezTo>
                  <a:cubicBezTo>
                    <a:pt x="348" y="386"/>
                    <a:pt x="348" y="386"/>
                    <a:pt x="348" y="386"/>
                  </a:cubicBezTo>
                  <a:cubicBezTo>
                    <a:pt x="348" y="386"/>
                    <a:pt x="348" y="386"/>
                    <a:pt x="348" y="386"/>
                  </a:cubicBezTo>
                  <a:cubicBezTo>
                    <a:pt x="348" y="386"/>
                    <a:pt x="348" y="386"/>
                    <a:pt x="348" y="386"/>
                  </a:cubicBezTo>
                  <a:cubicBezTo>
                    <a:pt x="347" y="386"/>
                    <a:pt x="347" y="386"/>
                    <a:pt x="347" y="385"/>
                  </a:cubicBezTo>
                  <a:cubicBezTo>
                    <a:pt x="346" y="385"/>
                    <a:pt x="345" y="384"/>
                    <a:pt x="343" y="385"/>
                  </a:cubicBezTo>
                  <a:cubicBezTo>
                    <a:pt x="336" y="386"/>
                    <a:pt x="330" y="386"/>
                    <a:pt x="323" y="386"/>
                  </a:cubicBezTo>
                  <a:cubicBezTo>
                    <a:pt x="316" y="386"/>
                    <a:pt x="308" y="386"/>
                    <a:pt x="301" y="386"/>
                  </a:cubicBezTo>
                  <a:cubicBezTo>
                    <a:pt x="294" y="386"/>
                    <a:pt x="287" y="386"/>
                    <a:pt x="280" y="386"/>
                  </a:cubicBezTo>
                  <a:cubicBezTo>
                    <a:pt x="273" y="385"/>
                    <a:pt x="266" y="385"/>
                    <a:pt x="259" y="387"/>
                  </a:cubicBezTo>
                  <a:cubicBezTo>
                    <a:pt x="247" y="389"/>
                    <a:pt x="233" y="389"/>
                    <a:pt x="220" y="388"/>
                  </a:cubicBezTo>
                  <a:cubicBezTo>
                    <a:pt x="214" y="387"/>
                    <a:pt x="207" y="385"/>
                    <a:pt x="200" y="385"/>
                  </a:cubicBezTo>
                  <a:cubicBezTo>
                    <a:pt x="197" y="385"/>
                    <a:pt x="193" y="385"/>
                    <a:pt x="190" y="385"/>
                  </a:cubicBezTo>
                  <a:cubicBezTo>
                    <a:pt x="189" y="385"/>
                    <a:pt x="188" y="385"/>
                    <a:pt x="187" y="386"/>
                  </a:cubicBezTo>
                  <a:cubicBezTo>
                    <a:pt x="187" y="379"/>
                    <a:pt x="187" y="372"/>
                    <a:pt x="186" y="365"/>
                  </a:cubicBezTo>
                  <a:cubicBezTo>
                    <a:pt x="186" y="343"/>
                    <a:pt x="183" y="321"/>
                    <a:pt x="183" y="299"/>
                  </a:cubicBezTo>
                  <a:cubicBezTo>
                    <a:pt x="182" y="276"/>
                    <a:pt x="182" y="254"/>
                    <a:pt x="182" y="232"/>
                  </a:cubicBezTo>
                  <a:cubicBezTo>
                    <a:pt x="182" y="221"/>
                    <a:pt x="183" y="211"/>
                    <a:pt x="182" y="201"/>
                  </a:cubicBezTo>
                  <a:cubicBezTo>
                    <a:pt x="182" y="196"/>
                    <a:pt x="182" y="191"/>
                    <a:pt x="182" y="186"/>
                  </a:cubicBezTo>
                  <a:cubicBezTo>
                    <a:pt x="182" y="183"/>
                    <a:pt x="182" y="180"/>
                    <a:pt x="181" y="176"/>
                  </a:cubicBezTo>
                  <a:cubicBezTo>
                    <a:pt x="182" y="173"/>
                    <a:pt x="183" y="170"/>
                    <a:pt x="184" y="168"/>
                  </a:cubicBezTo>
                  <a:cubicBezTo>
                    <a:pt x="186" y="166"/>
                    <a:pt x="188" y="165"/>
                    <a:pt x="190" y="164"/>
                  </a:cubicBezTo>
                  <a:cubicBezTo>
                    <a:pt x="195" y="163"/>
                    <a:pt x="200" y="163"/>
                    <a:pt x="205" y="163"/>
                  </a:cubicBezTo>
                  <a:cubicBezTo>
                    <a:pt x="210" y="163"/>
                    <a:pt x="215" y="163"/>
                    <a:pt x="220" y="163"/>
                  </a:cubicBezTo>
                  <a:cubicBezTo>
                    <a:pt x="226" y="163"/>
                    <a:pt x="232" y="162"/>
                    <a:pt x="238" y="161"/>
                  </a:cubicBezTo>
                  <a:cubicBezTo>
                    <a:pt x="248" y="160"/>
                    <a:pt x="259" y="158"/>
                    <a:pt x="270" y="157"/>
                  </a:cubicBezTo>
                  <a:cubicBezTo>
                    <a:pt x="280" y="156"/>
                    <a:pt x="291" y="156"/>
                    <a:pt x="302" y="156"/>
                  </a:cubicBezTo>
                  <a:cubicBezTo>
                    <a:pt x="313" y="156"/>
                    <a:pt x="324" y="156"/>
                    <a:pt x="335" y="156"/>
                  </a:cubicBezTo>
                  <a:cubicBezTo>
                    <a:pt x="357" y="155"/>
                    <a:pt x="378" y="156"/>
                    <a:pt x="400" y="156"/>
                  </a:cubicBezTo>
                  <a:cubicBezTo>
                    <a:pt x="418" y="157"/>
                    <a:pt x="435" y="157"/>
                    <a:pt x="452" y="160"/>
                  </a:cubicBezTo>
                  <a:cubicBezTo>
                    <a:pt x="460" y="161"/>
                    <a:pt x="467" y="163"/>
                    <a:pt x="474" y="165"/>
                  </a:cubicBezTo>
                  <a:cubicBezTo>
                    <a:pt x="475" y="165"/>
                    <a:pt x="476" y="166"/>
                    <a:pt x="477" y="166"/>
                  </a:cubicBezTo>
                  <a:cubicBezTo>
                    <a:pt x="478" y="167"/>
                    <a:pt x="479" y="167"/>
                    <a:pt x="479" y="167"/>
                  </a:cubicBezTo>
                  <a:cubicBezTo>
                    <a:pt x="479" y="171"/>
                    <a:pt x="479" y="174"/>
                    <a:pt x="479" y="178"/>
                  </a:cubicBezTo>
                  <a:cubicBezTo>
                    <a:pt x="478" y="183"/>
                    <a:pt x="478" y="189"/>
                    <a:pt x="478" y="195"/>
                  </a:cubicBezTo>
                  <a:cubicBezTo>
                    <a:pt x="478" y="206"/>
                    <a:pt x="478" y="217"/>
                    <a:pt x="478" y="228"/>
                  </a:cubicBezTo>
                  <a:cubicBezTo>
                    <a:pt x="478" y="250"/>
                    <a:pt x="476" y="271"/>
                    <a:pt x="478" y="293"/>
                  </a:cubicBezTo>
                  <a:cubicBezTo>
                    <a:pt x="478" y="298"/>
                    <a:pt x="479" y="304"/>
                    <a:pt x="479" y="309"/>
                  </a:cubicBezTo>
                  <a:cubicBezTo>
                    <a:pt x="479" y="309"/>
                    <a:pt x="479" y="309"/>
                    <a:pt x="479" y="309"/>
                  </a:cubicBezTo>
                  <a:cubicBezTo>
                    <a:pt x="478" y="311"/>
                    <a:pt x="478" y="313"/>
                    <a:pt x="479" y="314"/>
                  </a:cubicBezTo>
                  <a:cubicBezTo>
                    <a:pt x="480" y="318"/>
                    <a:pt x="480" y="321"/>
                    <a:pt x="480" y="325"/>
                  </a:cubicBezTo>
                  <a:cubicBezTo>
                    <a:pt x="480" y="336"/>
                    <a:pt x="480" y="346"/>
                    <a:pt x="480" y="357"/>
                  </a:cubicBezTo>
                  <a:cubicBezTo>
                    <a:pt x="480" y="368"/>
                    <a:pt x="479" y="379"/>
                    <a:pt x="479" y="390"/>
                  </a:cubicBezTo>
                  <a:close/>
                  <a:moveTo>
                    <a:pt x="203" y="451"/>
                  </a:moveTo>
                  <a:cubicBezTo>
                    <a:pt x="203" y="451"/>
                    <a:pt x="203" y="451"/>
                    <a:pt x="203" y="451"/>
                  </a:cubicBezTo>
                  <a:cubicBezTo>
                    <a:pt x="204" y="458"/>
                    <a:pt x="204" y="465"/>
                    <a:pt x="204" y="473"/>
                  </a:cubicBezTo>
                  <a:cubicBezTo>
                    <a:pt x="203" y="474"/>
                    <a:pt x="203" y="476"/>
                    <a:pt x="203" y="478"/>
                  </a:cubicBezTo>
                  <a:cubicBezTo>
                    <a:pt x="201" y="478"/>
                    <a:pt x="199" y="478"/>
                    <a:pt x="198" y="478"/>
                  </a:cubicBezTo>
                  <a:cubicBezTo>
                    <a:pt x="194" y="477"/>
                    <a:pt x="190" y="477"/>
                    <a:pt x="187" y="477"/>
                  </a:cubicBezTo>
                  <a:cubicBezTo>
                    <a:pt x="189" y="462"/>
                    <a:pt x="189" y="446"/>
                    <a:pt x="188" y="431"/>
                  </a:cubicBezTo>
                  <a:cubicBezTo>
                    <a:pt x="187" y="418"/>
                    <a:pt x="187" y="405"/>
                    <a:pt x="187" y="392"/>
                  </a:cubicBezTo>
                  <a:cubicBezTo>
                    <a:pt x="190" y="392"/>
                    <a:pt x="193" y="392"/>
                    <a:pt x="196" y="392"/>
                  </a:cubicBezTo>
                  <a:cubicBezTo>
                    <a:pt x="198" y="392"/>
                    <a:pt x="200" y="392"/>
                    <a:pt x="202" y="392"/>
                  </a:cubicBezTo>
                  <a:cubicBezTo>
                    <a:pt x="202" y="396"/>
                    <a:pt x="202" y="401"/>
                    <a:pt x="203" y="405"/>
                  </a:cubicBezTo>
                  <a:cubicBezTo>
                    <a:pt x="203" y="410"/>
                    <a:pt x="203" y="415"/>
                    <a:pt x="203" y="420"/>
                  </a:cubicBezTo>
                  <a:cubicBezTo>
                    <a:pt x="203" y="430"/>
                    <a:pt x="203" y="440"/>
                    <a:pt x="203" y="451"/>
                  </a:cubicBezTo>
                  <a:close/>
                  <a:moveTo>
                    <a:pt x="252" y="412"/>
                  </a:moveTo>
                  <a:cubicBezTo>
                    <a:pt x="252" y="412"/>
                    <a:pt x="252" y="412"/>
                    <a:pt x="252" y="412"/>
                  </a:cubicBezTo>
                  <a:cubicBezTo>
                    <a:pt x="252" y="420"/>
                    <a:pt x="253" y="428"/>
                    <a:pt x="254" y="436"/>
                  </a:cubicBezTo>
                  <a:cubicBezTo>
                    <a:pt x="255" y="450"/>
                    <a:pt x="255" y="464"/>
                    <a:pt x="256" y="478"/>
                  </a:cubicBezTo>
                  <a:cubicBezTo>
                    <a:pt x="244" y="478"/>
                    <a:pt x="233" y="478"/>
                    <a:pt x="221" y="478"/>
                  </a:cubicBezTo>
                  <a:cubicBezTo>
                    <a:pt x="217" y="478"/>
                    <a:pt x="213" y="478"/>
                    <a:pt x="209" y="478"/>
                  </a:cubicBezTo>
                  <a:cubicBezTo>
                    <a:pt x="210" y="475"/>
                    <a:pt x="210" y="473"/>
                    <a:pt x="210" y="471"/>
                  </a:cubicBezTo>
                  <a:cubicBezTo>
                    <a:pt x="211" y="463"/>
                    <a:pt x="210" y="456"/>
                    <a:pt x="209" y="448"/>
                  </a:cubicBezTo>
                  <a:cubicBezTo>
                    <a:pt x="209" y="439"/>
                    <a:pt x="209" y="429"/>
                    <a:pt x="209" y="420"/>
                  </a:cubicBezTo>
                  <a:cubicBezTo>
                    <a:pt x="208" y="415"/>
                    <a:pt x="208" y="410"/>
                    <a:pt x="208" y="406"/>
                  </a:cubicBezTo>
                  <a:cubicBezTo>
                    <a:pt x="207" y="401"/>
                    <a:pt x="206" y="397"/>
                    <a:pt x="205" y="393"/>
                  </a:cubicBezTo>
                  <a:cubicBezTo>
                    <a:pt x="209" y="393"/>
                    <a:pt x="213" y="394"/>
                    <a:pt x="217" y="395"/>
                  </a:cubicBezTo>
                  <a:cubicBezTo>
                    <a:pt x="228" y="397"/>
                    <a:pt x="241" y="397"/>
                    <a:pt x="253" y="396"/>
                  </a:cubicBezTo>
                  <a:cubicBezTo>
                    <a:pt x="252" y="402"/>
                    <a:pt x="252" y="407"/>
                    <a:pt x="252" y="412"/>
                  </a:cubicBezTo>
                  <a:close/>
                  <a:moveTo>
                    <a:pt x="296" y="474"/>
                  </a:moveTo>
                  <a:cubicBezTo>
                    <a:pt x="296" y="474"/>
                    <a:pt x="296" y="474"/>
                    <a:pt x="296" y="474"/>
                  </a:cubicBezTo>
                  <a:cubicBezTo>
                    <a:pt x="286" y="476"/>
                    <a:pt x="276" y="477"/>
                    <a:pt x="266" y="478"/>
                  </a:cubicBezTo>
                  <a:cubicBezTo>
                    <a:pt x="265" y="478"/>
                    <a:pt x="264" y="478"/>
                    <a:pt x="263" y="478"/>
                  </a:cubicBezTo>
                  <a:cubicBezTo>
                    <a:pt x="263" y="464"/>
                    <a:pt x="263" y="451"/>
                    <a:pt x="262" y="437"/>
                  </a:cubicBezTo>
                  <a:cubicBezTo>
                    <a:pt x="260" y="423"/>
                    <a:pt x="259" y="409"/>
                    <a:pt x="258" y="396"/>
                  </a:cubicBezTo>
                  <a:cubicBezTo>
                    <a:pt x="258" y="396"/>
                    <a:pt x="258" y="396"/>
                    <a:pt x="258" y="396"/>
                  </a:cubicBezTo>
                  <a:cubicBezTo>
                    <a:pt x="261" y="395"/>
                    <a:pt x="264" y="394"/>
                    <a:pt x="268" y="394"/>
                  </a:cubicBezTo>
                  <a:cubicBezTo>
                    <a:pt x="271" y="394"/>
                    <a:pt x="275" y="394"/>
                    <a:pt x="278" y="395"/>
                  </a:cubicBezTo>
                  <a:cubicBezTo>
                    <a:pt x="286" y="395"/>
                    <a:pt x="293" y="395"/>
                    <a:pt x="300" y="395"/>
                  </a:cubicBezTo>
                  <a:cubicBezTo>
                    <a:pt x="299" y="400"/>
                    <a:pt x="299" y="405"/>
                    <a:pt x="299" y="411"/>
                  </a:cubicBezTo>
                  <a:cubicBezTo>
                    <a:pt x="299" y="418"/>
                    <a:pt x="298" y="426"/>
                    <a:pt x="298" y="434"/>
                  </a:cubicBezTo>
                  <a:cubicBezTo>
                    <a:pt x="298" y="447"/>
                    <a:pt x="296" y="461"/>
                    <a:pt x="296" y="474"/>
                  </a:cubicBezTo>
                  <a:close/>
                  <a:moveTo>
                    <a:pt x="305" y="395"/>
                  </a:moveTo>
                  <a:cubicBezTo>
                    <a:pt x="305" y="395"/>
                    <a:pt x="305" y="395"/>
                    <a:pt x="305" y="395"/>
                  </a:cubicBezTo>
                  <a:cubicBezTo>
                    <a:pt x="311" y="395"/>
                    <a:pt x="317" y="395"/>
                    <a:pt x="323" y="395"/>
                  </a:cubicBezTo>
                  <a:cubicBezTo>
                    <a:pt x="329" y="395"/>
                    <a:pt x="335" y="395"/>
                    <a:pt x="342" y="394"/>
                  </a:cubicBezTo>
                  <a:cubicBezTo>
                    <a:pt x="342" y="396"/>
                    <a:pt x="342" y="397"/>
                    <a:pt x="342" y="398"/>
                  </a:cubicBezTo>
                  <a:cubicBezTo>
                    <a:pt x="342" y="402"/>
                    <a:pt x="343" y="406"/>
                    <a:pt x="343" y="410"/>
                  </a:cubicBezTo>
                  <a:cubicBezTo>
                    <a:pt x="343" y="418"/>
                    <a:pt x="344" y="426"/>
                    <a:pt x="344" y="434"/>
                  </a:cubicBezTo>
                  <a:cubicBezTo>
                    <a:pt x="344" y="442"/>
                    <a:pt x="343" y="449"/>
                    <a:pt x="343" y="457"/>
                  </a:cubicBezTo>
                  <a:cubicBezTo>
                    <a:pt x="343" y="460"/>
                    <a:pt x="343" y="463"/>
                    <a:pt x="344" y="466"/>
                  </a:cubicBezTo>
                  <a:cubicBezTo>
                    <a:pt x="344" y="468"/>
                    <a:pt x="344" y="470"/>
                    <a:pt x="343" y="471"/>
                  </a:cubicBezTo>
                  <a:cubicBezTo>
                    <a:pt x="341" y="471"/>
                    <a:pt x="338" y="472"/>
                    <a:pt x="336" y="472"/>
                  </a:cubicBezTo>
                  <a:cubicBezTo>
                    <a:pt x="328" y="472"/>
                    <a:pt x="320" y="472"/>
                    <a:pt x="313" y="473"/>
                  </a:cubicBezTo>
                  <a:cubicBezTo>
                    <a:pt x="309" y="473"/>
                    <a:pt x="306" y="473"/>
                    <a:pt x="303" y="474"/>
                  </a:cubicBezTo>
                  <a:cubicBezTo>
                    <a:pt x="303" y="468"/>
                    <a:pt x="303" y="462"/>
                    <a:pt x="303" y="456"/>
                  </a:cubicBezTo>
                  <a:cubicBezTo>
                    <a:pt x="303" y="449"/>
                    <a:pt x="304" y="441"/>
                    <a:pt x="304" y="434"/>
                  </a:cubicBezTo>
                  <a:cubicBezTo>
                    <a:pt x="305" y="426"/>
                    <a:pt x="305" y="419"/>
                    <a:pt x="305" y="412"/>
                  </a:cubicBezTo>
                  <a:cubicBezTo>
                    <a:pt x="305" y="406"/>
                    <a:pt x="306" y="400"/>
                    <a:pt x="305" y="395"/>
                  </a:cubicBezTo>
                  <a:close/>
                  <a:moveTo>
                    <a:pt x="623" y="404"/>
                  </a:moveTo>
                  <a:cubicBezTo>
                    <a:pt x="623" y="404"/>
                    <a:pt x="623" y="404"/>
                    <a:pt x="623" y="404"/>
                  </a:cubicBezTo>
                  <a:cubicBezTo>
                    <a:pt x="624" y="406"/>
                    <a:pt x="625" y="408"/>
                    <a:pt x="625" y="410"/>
                  </a:cubicBezTo>
                  <a:cubicBezTo>
                    <a:pt x="618" y="411"/>
                    <a:pt x="611" y="416"/>
                    <a:pt x="606" y="422"/>
                  </a:cubicBezTo>
                  <a:cubicBezTo>
                    <a:pt x="604" y="419"/>
                    <a:pt x="603" y="416"/>
                    <a:pt x="601" y="413"/>
                  </a:cubicBezTo>
                  <a:cubicBezTo>
                    <a:pt x="603" y="411"/>
                    <a:pt x="605" y="409"/>
                    <a:pt x="607" y="407"/>
                  </a:cubicBezTo>
                  <a:cubicBezTo>
                    <a:pt x="610" y="405"/>
                    <a:pt x="612" y="403"/>
                    <a:pt x="615" y="402"/>
                  </a:cubicBezTo>
                  <a:cubicBezTo>
                    <a:pt x="616" y="401"/>
                    <a:pt x="619" y="400"/>
                    <a:pt x="620" y="398"/>
                  </a:cubicBezTo>
                  <a:cubicBezTo>
                    <a:pt x="621" y="400"/>
                    <a:pt x="622" y="402"/>
                    <a:pt x="623" y="404"/>
                  </a:cubicBezTo>
                  <a:close/>
                  <a:moveTo>
                    <a:pt x="495" y="302"/>
                  </a:moveTo>
                  <a:cubicBezTo>
                    <a:pt x="495" y="302"/>
                    <a:pt x="495" y="302"/>
                    <a:pt x="495" y="302"/>
                  </a:cubicBezTo>
                  <a:cubicBezTo>
                    <a:pt x="495" y="303"/>
                    <a:pt x="493" y="305"/>
                    <a:pt x="492" y="307"/>
                  </a:cubicBezTo>
                  <a:cubicBezTo>
                    <a:pt x="492" y="307"/>
                    <a:pt x="492" y="306"/>
                    <a:pt x="492" y="305"/>
                  </a:cubicBezTo>
                  <a:cubicBezTo>
                    <a:pt x="491" y="295"/>
                    <a:pt x="490" y="286"/>
                    <a:pt x="490" y="277"/>
                  </a:cubicBezTo>
                  <a:cubicBezTo>
                    <a:pt x="492" y="277"/>
                    <a:pt x="494" y="277"/>
                    <a:pt x="495" y="278"/>
                  </a:cubicBezTo>
                  <a:cubicBezTo>
                    <a:pt x="499" y="279"/>
                    <a:pt x="503" y="280"/>
                    <a:pt x="507" y="282"/>
                  </a:cubicBezTo>
                  <a:cubicBezTo>
                    <a:pt x="507" y="282"/>
                    <a:pt x="508" y="282"/>
                    <a:pt x="508" y="282"/>
                  </a:cubicBezTo>
                  <a:cubicBezTo>
                    <a:pt x="503" y="284"/>
                    <a:pt x="501" y="289"/>
                    <a:pt x="499" y="293"/>
                  </a:cubicBezTo>
                  <a:cubicBezTo>
                    <a:pt x="498" y="296"/>
                    <a:pt x="497" y="299"/>
                    <a:pt x="495" y="302"/>
                  </a:cubicBezTo>
                  <a:close/>
                  <a:moveTo>
                    <a:pt x="510" y="317"/>
                  </a:moveTo>
                  <a:cubicBezTo>
                    <a:pt x="510" y="317"/>
                    <a:pt x="510" y="317"/>
                    <a:pt x="510" y="317"/>
                  </a:cubicBezTo>
                  <a:cubicBezTo>
                    <a:pt x="506" y="314"/>
                    <a:pt x="502" y="312"/>
                    <a:pt x="497" y="310"/>
                  </a:cubicBezTo>
                  <a:cubicBezTo>
                    <a:pt x="500" y="307"/>
                    <a:pt x="502" y="302"/>
                    <a:pt x="504" y="299"/>
                  </a:cubicBezTo>
                  <a:cubicBezTo>
                    <a:pt x="505" y="297"/>
                    <a:pt x="506" y="294"/>
                    <a:pt x="507" y="291"/>
                  </a:cubicBezTo>
                  <a:cubicBezTo>
                    <a:pt x="509" y="289"/>
                    <a:pt x="511" y="286"/>
                    <a:pt x="512" y="284"/>
                  </a:cubicBezTo>
                  <a:cubicBezTo>
                    <a:pt x="512" y="284"/>
                    <a:pt x="512" y="284"/>
                    <a:pt x="512" y="283"/>
                  </a:cubicBezTo>
                  <a:cubicBezTo>
                    <a:pt x="517" y="286"/>
                    <a:pt x="523" y="289"/>
                    <a:pt x="528" y="292"/>
                  </a:cubicBezTo>
                  <a:cubicBezTo>
                    <a:pt x="527" y="292"/>
                    <a:pt x="526" y="293"/>
                    <a:pt x="526" y="294"/>
                  </a:cubicBezTo>
                  <a:cubicBezTo>
                    <a:pt x="524" y="297"/>
                    <a:pt x="522" y="300"/>
                    <a:pt x="520" y="303"/>
                  </a:cubicBezTo>
                  <a:cubicBezTo>
                    <a:pt x="517" y="308"/>
                    <a:pt x="514" y="313"/>
                    <a:pt x="510" y="317"/>
                  </a:cubicBezTo>
                  <a:close/>
                  <a:moveTo>
                    <a:pt x="528" y="331"/>
                  </a:moveTo>
                  <a:cubicBezTo>
                    <a:pt x="528" y="331"/>
                    <a:pt x="528" y="331"/>
                    <a:pt x="528" y="331"/>
                  </a:cubicBezTo>
                  <a:cubicBezTo>
                    <a:pt x="525" y="328"/>
                    <a:pt x="522" y="326"/>
                    <a:pt x="519" y="323"/>
                  </a:cubicBezTo>
                  <a:cubicBezTo>
                    <a:pt x="518" y="322"/>
                    <a:pt x="516" y="321"/>
                    <a:pt x="515" y="320"/>
                  </a:cubicBezTo>
                  <a:cubicBezTo>
                    <a:pt x="518" y="316"/>
                    <a:pt x="521" y="312"/>
                    <a:pt x="524" y="308"/>
                  </a:cubicBezTo>
                  <a:cubicBezTo>
                    <a:pt x="526" y="305"/>
                    <a:pt x="528" y="302"/>
                    <a:pt x="530" y="299"/>
                  </a:cubicBezTo>
                  <a:cubicBezTo>
                    <a:pt x="531" y="297"/>
                    <a:pt x="532" y="296"/>
                    <a:pt x="533" y="294"/>
                  </a:cubicBezTo>
                  <a:cubicBezTo>
                    <a:pt x="539" y="298"/>
                    <a:pt x="545" y="302"/>
                    <a:pt x="550" y="305"/>
                  </a:cubicBezTo>
                  <a:cubicBezTo>
                    <a:pt x="550" y="306"/>
                    <a:pt x="549" y="307"/>
                    <a:pt x="549" y="307"/>
                  </a:cubicBezTo>
                  <a:cubicBezTo>
                    <a:pt x="546" y="310"/>
                    <a:pt x="544" y="313"/>
                    <a:pt x="542" y="316"/>
                  </a:cubicBezTo>
                  <a:cubicBezTo>
                    <a:pt x="539" y="321"/>
                    <a:pt x="535" y="328"/>
                    <a:pt x="528" y="331"/>
                  </a:cubicBezTo>
                  <a:cubicBezTo>
                    <a:pt x="528" y="331"/>
                    <a:pt x="528" y="331"/>
                    <a:pt x="528" y="331"/>
                  </a:cubicBezTo>
                  <a:close/>
                  <a:moveTo>
                    <a:pt x="533" y="335"/>
                  </a:moveTo>
                  <a:cubicBezTo>
                    <a:pt x="533" y="335"/>
                    <a:pt x="533" y="335"/>
                    <a:pt x="533" y="335"/>
                  </a:cubicBezTo>
                  <a:cubicBezTo>
                    <a:pt x="538" y="332"/>
                    <a:pt x="542" y="327"/>
                    <a:pt x="545" y="323"/>
                  </a:cubicBezTo>
                  <a:cubicBezTo>
                    <a:pt x="548" y="320"/>
                    <a:pt x="550" y="316"/>
                    <a:pt x="552" y="313"/>
                  </a:cubicBezTo>
                  <a:cubicBezTo>
                    <a:pt x="553" y="312"/>
                    <a:pt x="554" y="310"/>
                    <a:pt x="555" y="309"/>
                  </a:cubicBezTo>
                  <a:cubicBezTo>
                    <a:pt x="560" y="313"/>
                    <a:pt x="564" y="316"/>
                    <a:pt x="569" y="321"/>
                  </a:cubicBezTo>
                  <a:cubicBezTo>
                    <a:pt x="565" y="323"/>
                    <a:pt x="560" y="329"/>
                    <a:pt x="559" y="330"/>
                  </a:cubicBezTo>
                  <a:cubicBezTo>
                    <a:pt x="555" y="336"/>
                    <a:pt x="551" y="342"/>
                    <a:pt x="547" y="348"/>
                  </a:cubicBezTo>
                  <a:cubicBezTo>
                    <a:pt x="542" y="343"/>
                    <a:pt x="538" y="339"/>
                    <a:pt x="533" y="335"/>
                  </a:cubicBezTo>
                  <a:close/>
                  <a:moveTo>
                    <a:pt x="573" y="372"/>
                  </a:moveTo>
                  <a:cubicBezTo>
                    <a:pt x="573" y="372"/>
                    <a:pt x="573" y="372"/>
                    <a:pt x="573" y="372"/>
                  </a:cubicBezTo>
                  <a:cubicBezTo>
                    <a:pt x="570" y="370"/>
                    <a:pt x="568" y="367"/>
                    <a:pt x="566" y="365"/>
                  </a:cubicBezTo>
                  <a:cubicBezTo>
                    <a:pt x="568" y="363"/>
                    <a:pt x="571" y="360"/>
                    <a:pt x="574" y="357"/>
                  </a:cubicBezTo>
                  <a:cubicBezTo>
                    <a:pt x="576" y="355"/>
                    <a:pt x="578" y="352"/>
                    <a:pt x="581" y="350"/>
                  </a:cubicBezTo>
                  <a:cubicBezTo>
                    <a:pt x="583" y="347"/>
                    <a:pt x="585" y="346"/>
                    <a:pt x="585" y="342"/>
                  </a:cubicBezTo>
                  <a:cubicBezTo>
                    <a:pt x="585" y="342"/>
                    <a:pt x="584" y="341"/>
                    <a:pt x="584" y="341"/>
                  </a:cubicBezTo>
                  <a:cubicBezTo>
                    <a:pt x="581" y="341"/>
                    <a:pt x="579" y="343"/>
                    <a:pt x="577" y="344"/>
                  </a:cubicBezTo>
                  <a:cubicBezTo>
                    <a:pt x="575" y="347"/>
                    <a:pt x="572" y="350"/>
                    <a:pt x="570" y="352"/>
                  </a:cubicBezTo>
                  <a:cubicBezTo>
                    <a:pt x="567" y="355"/>
                    <a:pt x="565" y="358"/>
                    <a:pt x="562" y="361"/>
                  </a:cubicBezTo>
                  <a:cubicBezTo>
                    <a:pt x="559" y="358"/>
                    <a:pt x="556" y="356"/>
                    <a:pt x="553" y="353"/>
                  </a:cubicBezTo>
                  <a:cubicBezTo>
                    <a:pt x="553" y="352"/>
                    <a:pt x="552" y="352"/>
                    <a:pt x="552" y="351"/>
                  </a:cubicBezTo>
                  <a:cubicBezTo>
                    <a:pt x="555" y="345"/>
                    <a:pt x="559" y="339"/>
                    <a:pt x="564" y="334"/>
                  </a:cubicBezTo>
                  <a:cubicBezTo>
                    <a:pt x="566" y="331"/>
                    <a:pt x="569" y="328"/>
                    <a:pt x="571" y="326"/>
                  </a:cubicBezTo>
                  <a:cubicBezTo>
                    <a:pt x="572" y="326"/>
                    <a:pt x="572" y="326"/>
                    <a:pt x="573" y="325"/>
                  </a:cubicBezTo>
                  <a:cubicBezTo>
                    <a:pt x="578" y="331"/>
                    <a:pt x="582" y="337"/>
                    <a:pt x="587" y="343"/>
                  </a:cubicBezTo>
                  <a:cubicBezTo>
                    <a:pt x="590" y="348"/>
                    <a:pt x="594" y="352"/>
                    <a:pt x="597" y="357"/>
                  </a:cubicBezTo>
                  <a:cubicBezTo>
                    <a:pt x="597" y="357"/>
                    <a:pt x="597" y="357"/>
                    <a:pt x="597" y="357"/>
                  </a:cubicBezTo>
                  <a:cubicBezTo>
                    <a:pt x="592" y="356"/>
                    <a:pt x="586" y="361"/>
                    <a:pt x="583" y="364"/>
                  </a:cubicBezTo>
                  <a:cubicBezTo>
                    <a:pt x="579" y="366"/>
                    <a:pt x="576" y="369"/>
                    <a:pt x="573" y="372"/>
                  </a:cubicBezTo>
                  <a:close/>
                  <a:moveTo>
                    <a:pt x="589" y="395"/>
                  </a:moveTo>
                  <a:cubicBezTo>
                    <a:pt x="589" y="395"/>
                    <a:pt x="589" y="395"/>
                    <a:pt x="589" y="395"/>
                  </a:cubicBezTo>
                  <a:cubicBezTo>
                    <a:pt x="591" y="392"/>
                    <a:pt x="594" y="390"/>
                    <a:pt x="597" y="387"/>
                  </a:cubicBezTo>
                  <a:cubicBezTo>
                    <a:pt x="600" y="386"/>
                    <a:pt x="602" y="384"/>
                    <a:pt x="605" y="383"/>
                  </a:cubicBezTo>
                  <a:cubicBezTo>
                    <a:pt x="607" y="382"/>
                    <a:pt x="609" y="380"/>
                    <a:pt x="607" y="378"/>
                  </a:cubicBezTo>
                  <a:cubicBezTo>
                    <a:pt x="604" y="373"/>
                    <a:pt x="595" y="381"/>
                    <a:pt x="592" y="383"/>
                  </a:cubicBezTo>
                  <a:cubicBezTo>
                    <a:pt x="590" y="385"/>
                    <a:pt x="587" y="387"/>
                    <a:pt x="585" y="389"/>
                  </a:cubicBezTo>
                  <a:cubicBezTo>
                    <a:pt x="582" y="385"/>
                    <a:pt x="579" y="381"/>
                    <a:pt x="576" y="377"/>
                  </a:cubicBezTo>
                  <a:cubicBezTo>
                    <a:pt x="579" y="374"/>
                    <a:pt x="583" y="371"/>
                    <a:pt x="587" y="369"/>
                  </a:cubicBezTo>
                  <a:cubicBezTo>
                    <a:pt x="591" y="367"/>
                    <a:pt x="597" y="364"/>
                    <a:pt x="598" y="359"/>
                  </a:cubicBezTo>
                  <a:cubicBezTo>
                    <a:pt x="599" y="359"/>
                    <a:pt x="599" y="359"/>
                    <a:pt x="599" y="359"/>
                  </a:cubicBezTo>
                  <a:cubicBezTo>
                    <a:pt x="600" y="361"/>
                    <a:pt x="602" y="364"/>
                    <a:pt x="604" y="366"/>
                  </a:cubicBezTo>
                  <a:cubicBezTo>
                    <a:pt x="609" y="374"/>
                    <a:pt x="613" y="383"/>
                    <a:pt x="617" y="392"/>
                  </a:cubicBezTo>
                  <a:cubicBezTo>
                    <a:pt x="618" y="392"/>
                    <a:pt x="618" y="393"/>
                    <a:pt x="618" y="394"/>
                  </a:cubicBezTo>
                  <a:cubicBezTo>
                    <a:pt x="614" y="393"/>
                    <a:pt x="609" y="397"/>
                    <a:pt x="606" y="400"/>
                  </a:cubicBezTo>
                  <a:cubicBezTo>
                    <a:pt x="603" y="402"/>
                    <a:pt x="600" y="405"/>
                    <a:pt x="597" y="407"/>
                  </a:cubicBezTo>
                  <a:cubicBezTo>
                    <a:pt x="594" y="403"/>
                    <a:pt x="592" y="399"/>
                    <a:pt x="589" y="395"/>
                  </a:cubicBezTo>
                  <a:close/>
                  <a:moveTo>
                    <a:pt x="668" y="457"/>
                  </a:moveTo>
                  <a:cubicBezTo>
                    <a:pt x="668" y="457"/>
                    <a:pt x="668" y="457"/>
                    <a:pt x="668" y="457"/>
                  </a:cubicBezTo>
                  <a:cubicBezTo>
                    <a:pt x="666" y="454"/>
                    <a:pt x="665" y="451"/>
                    <a:pt x="662" y="448"/>
                  </a:cubicBezTo>
                  <a:cubicBezTo>
                    <a:pt x="653" y="437"/>
                    <a:pt x="637" y="430"/>
                    <a:pt x="624" y="438"/>
                  </a:cubicBezTo>
                  <a:cubicBezTo>
                    <a:pt x="618" y="441"/>
                    <a:pt x="614" y="448"/>
                    <a:pt x="613" y="454"/>
                  </a:cubicBezTo>
                  <a:cubicBezTo>
                    <a:pt x="611" y="462"/>
                    <a:pt x="613" y="470"/>
                    <a:pt x="614" y="477"/>
                  </a:cubicBezTo>
                  <a:cubicBezTo>
                    <a:pt x="615" y="478"/>
                    <a:pt x="615" y="478"/>
                    <a:pt x="615" y="478"/>
                  </a:cubicBezTo>
                  <a:cubicBezTo>
                    <a:pt x="615" y="481"/>
                    <a:pt x="615" y="479"/>
                    <a:pt x="615" y="479"/>
                  </a:cubicBezTo>
                  <a:cubicBezTo>
                    <a:pt x="615" y="479"/>
                    <a:pt x="614" y="479"/>
                    <a:pt x="614" y="479"/>
                  </a:cubicBezTo>
                  <a:cubicBezTo>
                    <a:pt x="614" y="479"/>
                    <a:pt x="614" y="479"/>
                    <a:pt x="614" y="479"/>
                  </a:cubicBezTo>
                  <a:cubicBezTo>
                    <a:pt x="614" y="479"/>
                    <a:pt x="614" y="479"/>
                    <a:pt x="614" y="479"/>
                  </a:cubicBezTo>
                  <a:cubicBezTo>
                    <a:pt x="614" y="479"/>
                    <a:pt x="614" y="479"/>
                    <a:pt x="614" y="479"/>
                  </a:cubicBezTo>
                  <a:cubicBezTo>
                    <a:pt x="614" y="479"/>
                    <a:pt x="614" y="479"/>
                    <a:pt x="614" y="480"/>
                  </a:cubicBezTo>
                  <a:cubicBezTo>
                    <a:pt x="613" y="480"/>
                    <a:pt x="612" y="480"/>
                    <a:pt x="612" y="480"/>
                  </a:cubicBezTo>
                  <a:cubicBezTo>
                    <a:pt x="611" y="480"/>
                    <a:pt x="610" y="480"/>
                    <a:pt x="609" y="480"/>
                  </a:cubicBezTo>
                  <a:cubicBezTo>
                    <a:pt x="605" y="481"/>
                    <a:pt x="601" y="480"/>
                    <a:pt x="598" y="480"/>
                  </a:cubicBezTo>
                  <a:cubicBezTo>
                    <a:pt x="598" y="479"/>
                    <a:pt x="598" y="478"/>
                    <a:pt x="598" y="477"/>
                  </a:cubicBezTo>
                  <a:cubicBezTo>
                    <a:pt x="598" y="474"/>
                    <a:pt x="598" y="471"/>
                    <a:pt x="598" y="467"/>
                  </a:cubicBezTo>
                  <a:cubicBezTo>
                    <a:pt x="599" y="461"/>
                    <a:pt x="601" y="455"/>
                    <a:pt x="603" y="449"/>
                  </a:cubicBezTo>
                  <a:cubicBezTo>
                    <a:pt x="608" y="438"/>
                    <a:pt x="617" y="426"/>
                    <a:pt x="629" y="423"/>
                  </a:cubicBezTo>
                  <a:cubicBezTo>
                    <a:pt x="639" y="421"/>
                    <a:pt x="650" y="427"/>
                    <a:pt x="657" y="434"/>
                  </a:cubicBezTo>
                  <a:cubicBezTo>
                    <a:pt x="661" y="439"/>
                    <a:pt x="665" y="444"/>
                    <a:pt x="667" y="450"/>
                  </a:cubicBezTo>
                  <a:cubicBezTo>
                    <a:pt x="668" y="453"/>
                    <a:pt x="668" y="456"/>
                    <a:pt x="669" y="459"/>
                  </a:cubicBezTo>
                  <a:cubicBezTo>
                    <a:pt x="669" y="458"/>
                    <a:pt x="668" y="457"/>
                    <a:pt x="668" y="457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40" name="îś1idè">
              <a:extLst>
                <a:ext uri="{FF2B5EF4-FFF2-40B4-BE49-F238E27FC236}">
                  <a16:creationId xmlns:a16="http://schemas.microsoft.com/office/drawing/2014/main" id="{F4E43F56-D86F-4458-B0D9-4AAB76BAD864}"/>
                </a:ext>
              </a:extLst>
            </p:cNvPr>
            <p:cNvSpPr/>
            <p:nvPr/>
          </p:nvSpPr>
          <p:spPr bwMode="auto">
            <a:xfrm>
              <a:off x="5325554" y="1633451"/>
              <a:ext cx="1371942" cy="1768279"/>
            </a:xfrm>
            <a:custGeom>
              <a:avLst/>
              <a:gdLst>
                <a:gd name="T0" fmla="*/ 59 w 195"/>
                <a:gd name="T1" fmla="*/ 249 h 251"/>
                <a:gd name="T2" fmla="*/ 59 w 195"/>
                <a:gd name="T3" fmla="*/ 249 h 251"/>
                <a:gd name="T4" fmla="*/ 14 w 195"/>
                <a:gd name="T5" fmla="*/ 231 h 251"/>
                <a:gd name="T6" fmla="*/ 5 w 195"/>
                <a:gd name="T7" fmla="*/ 199 h 251"/>
                <a:gd name="T8" fmla="*/ 29 w 195"/>
                <a:gd name="T9" fmla="*/ 178 h 251"/>
                <a:gd name="T10" fmla="*/ 29 w 195"/>
                <a:gd name="T11" fmla="*/ 174 h 251"/>
                <a:gd name="T12" fmla="*/ 109 w 195"/>
                <a:gd name="T13" fmla="*/ 152 h 251"/>
                <a:gd name="T14" fmla="*/ 163 w 195"/>
                <a:gd name="T15" fmla="*/ 164 h 251"/>
                <a:gd name="T16" fmla="*/ 181 w 195"/>
                <a:gd name="T17" fmla="*/ 177 h 251"/>
                <a:gd name="T18" fmla="*/ 189 w 195"/>
                <a:gd name="T19" fmla="*/ 186 h 251"/>
                <a:gd name="T20" fmla="*/ 194 w 195"/>
                <a:gd name="T21" fmla="*/ 194 h 251"/>
                <a:gd name="T22" fmla="*/ 192 w 195"/>
                <a:gd name="T23" fmla="*/ 212 h 251"/>
                <a:gd name="T24" fmla="*/ 172 w 195"/>
                <a:gd name="T25" fmla="*/ 233 h 251"/>
                <a:gd name="T26" fmla="*/ 122 w 195"/>
                <a:gd name="T27" fmla="*/ 250 h 251"/>
                <a:gd name="T28" fmla="*/ 59 w 195"/>
                <a:gd name="T29" fmla="*/ 249 h 251"/>
                <a:gd name="T30" fmla="*/ 99 w 195"/>
                <a:gd name="T31" fmla="*/ 1 h 251"/>
                <a:gd name="T32" fmla="*/ 99 w 195"/>
                <a:gd name="T33" fmla="*/ 1 h 251"/>
                <a:gd name="T34" fmla="*/ 100 w 195"/>
                <a:gd name="T35" fmla="*/ 0 h 251"/>
                <a:gd name="T36" fmla="*/ 112 w 195"/>
                <a:gd name="T37" fmla="*/ 0 h 251"/>
                <a:gd name="T38" fmla="*/ 124 w 195"/>
                <a:gd name="T39" fmla="*/ 4 h 251"/>
                <a:gd name="T40" fmla="*/ 119 w 195"/>
                <a:gd name="T41" fmla="*/ 18 h 251"/>
                <a:gd name="T42" fmla="*/ 108 w 195"/>
                <a:gd name="T43" fmla="*/ 18 h 251"/>
                <a:gd name="T44" fmla="*/ 104 w 195"/>
                <a:gd name="T45" fmla="*/ 15 h 251"/>
                <a:gd name="T46" fmla="*/ 102 w 195"/>
                <a:gd name="T47" fmla="*/ 12 h 251"/>
                <a:gd name="T48" fmla="*/ 99 w 195"/>
                <a:gd name="T49" fmla="*/ 1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95" h="251">
                  <a:moveTo>
                    <a:pt x="59" y="249"/>
                  </a:moveTo>
                  <a:cubicBezTo>
                    <a:pt x="59" y="249"/>
                    <a:pt x="59" y="249"/>
                    <a:pt x="59" y="249"/>
                  </a:cubicBezTo>
                  <a:cubicBezTo>
                    <a:pt x="43" y="248"/>
                    <a:pt x="25" y="243"/>
                    <a:pt x="14" y="231"/>
                  </a:cubicBezTo>
                  <a:cubicBezTo>
                    <a:pt x="6" y="222"/>
                    <a:pt x="0" y="210"/>
                    <a:pt x="5" y="199"/>
                  </a:cubicBezTo>
                  <a:cubicBezTo>
                    <a:pt x="10" y="188"/>
                    <a:pt x="22" y="185"/>
                    <a:pt x="29" y="178"/>
                  </a:cubicBezTo>
                  <a:cubicBezTo>
                    <a:pt x="31" y="177"/>
                    <a:pt x="30" y="175"/>
                    <a:pt x="29" y="174"/>
                  </a:cubicBezTo>
                  <a:cubicBezTo>
                    <a:pt x="54" y="161"/>
                    <a:pt x="81" y="151"/>
                    <a:pt x="109" y="152"/>
                  </a:cubicBezTo>
                  <a:cubicBezTo>
                    <a:pt x="127" y="152"/>
                    <a:pt x="146" y="157"/>
                    <a:pt x="163" y="164"/>
                  </a:cubicBezTo>
                  <a:cubicBezTo>
                    <a:pt x="170" y="167"/>
                    <a:pt x="176" y="171"/>
                    <a:pt x="181" y="177"/>
                  </a:cubicBezTo>
                  <a:cubicBezTo>
                    <a:pt x="184" y="179"/>
                    <a:pt x="186" y="183"/>
                    <a:pt x="189" y="186"/>
                  </a:cubicBezTo>
                  <a:cubicBezTo>
                    <a:pt x="191" y="189"/>
                    <a:pt x="192" y="192"/>
                    <a:pt x="194" y="194"/>
                  </a:cubicBezTo>
                  <a:cubicBezTo>
                    <a:pt x="195" y="200"/>
                    <a:pt x="195" y="206"/>
                    <a:pt x="192" y="212"/>
                  </a:cubicBezTo>
                  <a:cubicBezTo>
                    <a:pt x="187" y="220"/>
                    <a:pt x="180" y="227"/>
                    <a:pt x="172" y="233"/>
                  </a:cubicBezTo>
                  <a:cubicBezTo>
                    <a:pt x="158" y="243"/>
                    <a:pt x="140" y="250"/>
                    <a:pt x="122" y="250"/>
                  </a:cubicBezTo>
                  <a:cubicBezTo>
                    <a:pt x="101" y="251"/>
                    <a:pt x="80" y="251"/>
                    <a:pt x="59" y="249"/>
                  </a:cubicBezTo>
                  <a:close/>
                  <a:moveTo>
                    <a:pt x="99" y="1"/>
                  </a:moveTo>
                  <a:cubicBezTo>
                    <a:pt x="99" y="1"/>
                    <a:pt x="99" y="1"/>
                    <a:pt x="99" y="1"/>
                  </a:cubicBezTo>
                  <a:cubicBezTo>
                    <a:pt x="99" y="1"/>
                    <a:pt x="100" y="0"/>
                    <a:pt x="100" y="0"/>
                  </a:cubicBezTo>
                  <a:cubicBezTo>
                    <a:pt x="104" y="1"/>
                    <a:pt x="108" y="0"/>
                    <a:pt x="112" y="0"/>
                  </a:cubicBezTo>
                  <a:cubicBezTo>
                    <a:pt x="116" y="1"/>
                    <a:pt x="121" y="2"/>
                    <a:pt x="124" y="4"/>
                  </a:cubicBezTo>
                  <a:cubicBezTo>
                    <a:pt x="129" y="9"/>
                    <a:pt x="125" y="16"/>
                    <a:pt x="119" y="18"/>
                  </a:cubicBezTo>
                  <a:cubicBezTo>
                    <a:pt x="116" y="20"/>
                    <a:pt x="112" y="20"/>
                    <a:pt x="108" y="18"/>
                  </a:cubicBezTo>
                  <a:cubicBezTo>
                    <a:pt x="107" y="16"/>
                    <a:pt x="106" y="15"/>
                    <a:pt x="104" y="15"/>
                  </a:cubicBezTo>
                  <a:cubicBezTo>
                    <a:pt x="103" y="14"/>
                    <a:pt x="102" y="13"/>
                    <a:pt x="102" y="12"/>
                  </a:cubicBezTo>
                  <a:cubicBezTo>
                    <a:pt x="100" y="9"/>
                    <a:pt x="99" y="5"/>
                    <a:pt x="99" y="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41" name="ï$líḓè">
              <a:extLst>
                <a:ext uri="{FF2B5EF4-FFF2-40B4-BE49-F238E27FC236}">
                  <a16:creationId xmlns:a16="http://schemas.microsoft.com/office/drawing/2014/main" id="{F805ADB9-8380-4FE1-9175-2FD3F769BDCE}"/>
                </a:ext>
              </a:extLst>
            </p:cNvPr>
            <p:cNvSpPr/>
            <p:nvPr/>
          </p:nvSpPr>
          <p:spPr bwMode="auto">
            <a:xfrm>
              <a:off x="5671080" y="2815692"/>
              <a:ext cx="1260153" cy="586040"/>
            </a:xfrm>
            <a:custGeom>
              <a:avLst/>
              <a:gdLst>
                <a:gd name="T0" fmla="*/ 10 w 179"/>
                <a:gd name="T1" fmla="*/ 81 h 83"/>
                <a:gd name="T2" fmla="*/ 10 w 179"/>
                <a:gd name="T3" fmla="*/ 81 h 83"/>
                <a:gd name="T4" fmla="*/ 0 w 179"/>
                <a:gd name="T5" fmla="*/ 80 h 83"/>
                <a:gd name="T6" fmla="*/ 122 w 179"/>
                <a:gd name="T7" fmla="*/ 0 h 83"/>
                <a:gd name="T8" fmla="*/ 132 w 179"/>
                <a:gd name="T9" fmla="*/ 9 h 83"/>
                <a:gd name="T10" fmla="*/ 140 w 179"/>
                <a:gd name="T11" fmla="*/ 18 h 83"/>
                <a:gd name="T12" fmla="*/ 145 w 179"/>
                <a:gd name="T13" fmla="*/ 26 h 83"/>
                <a:gd name="T14" fmla="*/ 143 w 179"/>
                <a:gd name="T15" fmla="*/ 44 h 83"/>
                <a:gd name="T16" fmla="*/ 123 w 179"/>
                <a:gd name="T17" fmla="*/ 65 h 83"/>
                <a:gd name="T18" fmla="*/ 73 w 179"/>
                <a:gd name="T19" fmla="*/ 82 h 83"/>
                <a:gd name="T20" fmla="*/ 10 w 179"/>
                <a:gd name="T21" fmla="*/ 8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79" h="83">
                  <a:moveTo>
                    <a:pt x="10" y="81"/>
                  </a:moveTo>
                  <a:cubicBezTo>
                    <a:pt x="10" y="81"/>
                    <a:pt x="10" y="81"/>
                    <a:pt x="10" y="81"/>
                  </a:cubicBezTo>
                  <a:cubicBezTo>
                    <a:pt x="7" y="81"/>
                    <a:pt x="3" y="80"/>
                    <a:pt x="0" y="80"/>
                  </a:cubicBezTo>
                  <a:cubicBezTo>
                    <a:pt x="179" y="75"/>
                    <a:pt x="122" y="0"/>
                    <a:pt x="122" y="0"/>
                  </a:cubicBezTo>
                  <a:cubicBezTo>
                    <a:pt x="126" y="2"/>
                    <a:pt x="129" y="5"/>
                    <a:pt x="132" y="9"/>
                  </a:cubicBezTo>
                  <a:cubicBezTo>
                    <a:pt x="135" y="11"/>
                    <a:pt x="137" y="15"/>
                    <a:pt x="140" y="18"/>
                  </a:cubicBezTo>
                  <a:cubicBezTo>
                    <a:pt x="142" y="21"/>
                    <a:pt x="143" y="24"/>
                    <a:pt x="145" y="26"/>
                  </a:cubicBezTo>
                  <a:cubicBezTo>
                    <a:pt x="146" y="32"/>
                    <a:pt x="146" y="38"/>
                    <a:pt x="143" y="44"/>
                  </a:cubicBezTo>
                  <a:cubicBezTo>
                    <a:pt x="138" y="52"/>
                    <a:pt x="131" y="59"/>
                    <a:pt x="123" y="65"/>
                  </a:cubicBezTo>
                  <a:cubicBezTo>
                    <a:pt x="109" y="75"/>
                    <a:pt x="91" y="82"/>
                    <a:pt x="73" y="82"/>
                  </a:cubicBezTo>
                  <a:cubicBezTo>
                    <a:pt x="52" y="83"/>
                    <a:pt x="31" y="83"/>
                    <a:pt x="10" y="81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42" name="î$1ïḍe">
              <a:extLst>
                <a:ext uri="{FF2B5EF4-FFF2-40B4-BE49-F238E27FC236}">
                  <a16:creationId xmlns:a16="http://schemas.microsoft.com/office/drawing/2014/main" id="{D790A792-0E6E-4ABB-9E0B-F937C31E352B}"/>
                </a:ext>
              </a:extLst>
            </p:cNvPr>
            <p:cNvSpPr/>
            <p:nvPr/>
          </p:nvSpPr>
          <p:spPr bwMode="auto">
            <a:xfrm>
              <a:off x="7893285" y="4495895"/>
              <a:ext cx="501351" cy="423439"/>
            </a:xfrm>
            <a:custGeom>
              <a:avLst/>
              <a:gdLst>
                <a:gd name="T0" fmla="*/ 70 w 71"/>
                <a:gd name="T1" fmla="*/ 36 h 60"/>
                <a:gd name="T2" fmla="*/ 70 w 71"/>
                <a:gd name="T3" fmla="*/ 36 h 60"/>
                <a:gd name="T4" fmla="*/ 64 w 71"/>
                <a:gd name="T5" fmla="*/ 27 h 60"/>
                <a:gd name="T6" fmla="*/ 26 w 71"/>
                <a:gd name="T7" fmla="*/ 17 h 60"/>
                <a:gd name="T8" fmla="*/ 15 w 71"/>
                <a:gd name="T9" fmla="*/ 33 h 60"/>
                <a:gd name="T10" fmla="*/ 16 w 71"/>
                <a:gd name="T11" fmla="*/ 56 h 60"/>
                <a:gd name="T12" fmla="*/ 17 w 71"/>
                <a:gd name="T13" fmla="*/ 57 h 60"/>
                <a:gd name="T14" fmla="*/ 17 w 71"/>
                <a:gd name="T15" fmla="*/ 58 h 60"/>
                <a:gd name="T16" fmla="*/ 16 w 71"/>
                <a:gd name="T17" fmla="*/ 58 h 60"/>
                <a:gd name="T18" fmla="*/ 16 w 71"/>
                <a:gd name="T19" fmla="*/ 58 h 60"/>
                <a:gd name="T20" fmla="*/ 16 w 71"/>
                <a:gd name="T21" fmla="*/ 58 h 60"/>
                <a:gd name="T22" fmla="*/ 16 w 71"/>
                <a:gd name="T23" fmla="*/ 58 h 60"/>
                <a:gd name="T24" fmla="*/ 16 w 71"/>
                <a:gd name="T25" fmla="*/ 59 h 60"/>
                <a:gd name="T26" fmla="*/ 14 w 71"/>
                <a:gd name="T27" fmla="*/ 59 h 60"/>
                <a:gd name="T28" fmla="*/ 11 w 71"/>
                <a:gd name="T29" fmla="*/ 59 h 60"/>
                <a:gd name="T30" fmla="*/ 0 w 71"/>
                <a:gd name="T31" fmla="*/ 59 h 60"/>
                <a:gd name="T32" fmla="*/ 0 w 71"/>
                <a:gd name="T33" fmla="*/ 56 h 60"/>
                <a:gd name="T34" fmla="*/ 0 w 71"/>
                <a:gd name="T35" fmla="*/ 46 h 60"/>
                <a:gd name="T36" fmla="*/ 5 w 71"/>
                <a:gd name="T37" fmla="*/ 28 h 60"/>
                <a:gd name="T38" fmla="*/ 31 w 71"/>
                <a:gd name="T39" fmla="*/ 2 h 60"/>
                <a:gd name="T40" fmla="*/ 59 w 71"/>
                <a:gd name="T41" fmla="*/ 13 h 60"/>
                <a:gd name="T42" fmla="*/ 69 w 71"/>
                <a:gd name="T43" fmla="*/ 29 h 60"/>
                <a:gd name="T44" fmla="*/ 71 w 71"/>
                <a:gd name="T45" fmla="*/ 38 h 60"/>
                <a:gd name="T46" fmla="*/ 70 w 71"/>
                <a:gd name="T47" fmla="*/ 36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71" h="60">
                  <a:moveTo>
                    <a:pt x="70" y="36"/>
                  </a:moveTo>
                  <a:cubicBezTo>
                    <a:pt x="70" y="36"/>
                    <a:pt x="70" y="36"/>
                    <a:pt x="70" y="36"/>
                  </a:cubicBezTo>
                  <a:cubicBezTo>
                    <a:pt x="68" y="33"/>
                    <a:pt x="67" y="30"/>
                    <a:pt x="64" y="27"/>
                  </a:cubicBezTo>
                  <a:cubicBezTo>
                    <a:pt x="55" y="16"/>
                    <a:pt x="39" y="9"/>
                    <a:pt x="26" y="17"/>
                  </a:cubicBezTo>
                  <a:cubicBezTo>
                    <a:pt x="20" y="20"/>
                    <a:pt x="16" y="27"/>
                    <a:pt x="15" y="33"/>
                  </a:cubicBezTo>
                  <a:cubicBezTo>
                    <a:pt x="13" y="41"/>
                    <a:pt x="15" y="49"/>
                    <a:pt x="16" y="56"/>
                  </a:cubicBezTo>
                  <a:cubicBezTo>
                    <a:pt x="17" y="57"/>
                    <a:pt x="17" y="57"/>
                    <a:pt x="17" y="57"/>
                  </a:cubicBezTo>
                  <a:cubicBezTo>
                    <a:pt x="17" y="60"/>
                    <a:pt x="17" y="58"/>
                    <a:pt x="17" y="58"/>
                  </a:cubicBezTo>
                  <a:cubicBezTo>
                    <a:pt x="17" y="58"/>
                    <a:pt x="16" y="58"/>
                    <a:pt x="16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8"/>
                    <a:pt x="16" y="58"/>
                    <a:pt x="16" y="58"/>
                  </a:cubicBezTo>
                  <a:cubicBezTo>
                    <a:pt x="16" y="58"/>
                    <a:pt x="16" y="58"/>
                    <a:pt x="16" y="59"/>
                  </a:cubicBezTo>
                  <a:cubicBezTo>
                    <a:pt x="15" y="59"/>
                    <a:pt x="14" y="59"/>
                    <a:pt x="14" y="59"/>
                  </a:cubicBezTo>
                  <a:cubicBezTo>
                    <a:pt x="13" y="59"/>
                    <a:pt x="12" y="59"/>
                    <a:pt x="11" y="59"/>
                  </a:cubicBezTo>
                  <a:cubicBezTo>
                    <a:pt x="7" y="60"/>
                    <a:pt x="3" y="59"/>
                    <a:pt x="0" y="59"/>
                  </a:cubicBezTo>
                  <a:cubicBezTo>
                    <a:pt x="0" y="58"/>
                    <a:pt x="0" y="57"/>
                    <a:pt x="0" y="56"/>
                  </a:cubicBezTo>
                  <a:cubicBezTo>
                    <a:pt x="0" y="53"/>
                    <a:pt x="0" y="50"/>
                    <a:pt x="0" y="46"/>
                  </a:cubicBezTo>
                  <a:cubicBezTo>
                    <a:pt x="1" y="40"/>
                    <a:pt x="3" y="34"/>
                    <a:pt x="5" y="28"/>
                  </a:cubicBezTo>
                  <a:cubicBezTo>
                    <a:pt x="10" y="17"/>
                    <a:pt x="19" y="5"/>
                    <a:pt x="31" y="2"/>
                  </a:cubicBezTo>
                  <a:cubicBezTo>
                    <a:pt x="41" y="0"/>
                    <a:pt x="52" y="6"/>
                    <a:pt x="59" y="13"/>
                  </a:cubicBezTo>
                  <a:cubicBezTo>
                    <a:pt x="63" y="18"/>
                    <a:pt x="67" y="23"/>
                    <a:pt x="69" y="29"/>
                  </a:cubicBezTo>
                  <a:cubicBezTo>
                    <a:pt x="70" y="32"/>
                    <a:pt x="70" y="35"/>
                    <a:pt x="71" y="38"/>
                  </a:cubicBezTo>
                  <a:cubicBezTo>
                    <a:pt x="71" y="37"/>
                    <a:pt x="70" y="36"/>
                    <a:pt x="70" y="3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43" name="íṩlîdê">
              <a:extLst>
                <a:ext uri="{FF2B5EF4-FFF2-40B4-BE49-F238E27FC236}">
                  <a16:creationId xmlns:a16="http://schemas.microsoft.com/office/drawing/2014/main" id="{4CA3C7BD-1A05-46E9-ABD7-0340FDEFE9D5}"/>
                </a:ext>
              </a:extLst>
            </p:cNvPr>
            <p:cNvSpPr/>
            <p:nvPr/>
          </p:nvSpPr>
          <p:spPr bwMode="auto">
            <a:xfrm>
              <a:off x="4072176" y="3483030"/>
              <a:ext cx="4010810" cy="1764892"/>
            </a:xfrm>
            <a:custGeom>
              <a:avLst/>
              <a:gdLst>
                <a:gd name="T0" fmla="*/ 542 w 570"/>
                <a:gd name="T1" fmla="*/ 110 h 251"/>
                <a:gd name="T2" fmla="*/ 537 w 570"/>
                <a:gd name="T3" fmla="*/ 106 h 251"/>
                <a:gd name="T4" fmla="*/ 532 w 570"/>
                <a:gd name="T5" fmla="*/ 92 h 251"/>
                <a:gd name="T6" fmla="*/ 549 w 570"/>
                <a:gd name="T7" fmla="*/ 89 h 251"/>
                <a:gd name="T8" fmla="*/ 551 w 570"/>
                <a:gd name="T9" fmla="*/ 123 h 251"/>
                <a:gd name="T10" fmla="*/ 191 w 570"/>
                <a:gd name="T11" fmla="*/ 237 h 251"/>
                <a:gd name="T12" fmla="*/ 352 w 570"/>
                <a:gd name="T13" fmla="*/ 238 h 251"/>
                <a:gd name="T14" fmla="*/ 314 w 570"/>
                <a:gd name="T15" fmla="*/ 250 h 251"/>
                <a:gd name="T16" fmla="*/ 190 w 570"/>
                <a:gd name="T17" fmla="*/ 251 h 251"/>
                <a:gd name="T18" fmla="*/ 191 w 570"/>
                <a:gd name="T19" fmla="*/ 237 h 251"/>
                <a:gd name="T20" fmla="*/ 114 w 570"/>
                <a:gd name="T21" fmla="*/ 7 h 251"/>
                <a:gd name="T22" fmla="*/ 3 w 570"/>
                <a:gd name="T23" fmla="*/ 120 h 251"/>
                <a:gd name="T24" fmla="*/ 24 w 570"/>
                <a:gd name="T25" fmla="*/ 129 h 251"/>
                <a:gd name="T26" fmla="*/ 3 w 570"/>
                <a:gd name="T27" fmla="*/ 120 h 251"/>
                <a:gd name="T28" fmla="*/ 17 w 570"/>
                <a:gd name="T29" fmla="*/ 120 h 251"/>
                <a:gd name="T30" fmla="*/ 9 w 570"/>
                <a:gd name="T31" fmla="*/ 100 h 251"/>
                <a:gd name="T32" fmla="*/ 25 w 570"/>
                <a:gd name="T33" fmla="*/ 124 h 251"/>
                <a:gd name="T34" fmla="*/ 31 w 570"/>
                <a:gd name="T35" fmla="*/ 107 h 251"/>
                <a:gd name="T36" fmla="*/ 15 w 570"/>
                <a:gd name="T37" fmla="*/ 87 h 251"/>
                <a:gd name="T38" fmla="*/ 42 w 570"/>
                <a:gd name="T39" fmla="*/ 87 h 251"/>
                <a:gd name="T40" fmla="*/ 54 w 570"/>
                <a:gd name="T41" fmla="*/ 72 h 251"/>
                <a:gd name="T42" fmla="*/ 25 w 570"/>
                <a:gd name="T43" fmla="*/ 71 h 251"/>
                <a:gd name="T44" fmla="*/ 51 w 570"/>
                <a:gd name="T45" fmla="*/ 67 h 251"/>
                <a:gd name="T46" fmla="*/ 60 w 570"/>
                <a:gd name="T47" fmla="*/ 66 h 251"/>
                <a:gd name="T48" fmla="*/ 37 w 570"/>
                <a:gd name="T49" fmla="*/ 55 h 251"/>
                <a:gd name="T50" fmla="*/ 67 w 570"/>
                <a:gd name="T51" fmla="*/ 49 h 251"/>
                <a:gd name="T52" fmla="*/ 84 w 570"/>
                <a:gd name="T53" fmla="*/ 47 h 251"/>
                <a:gd name="T54" fmla="*/ 73 w 570"/>
                <a:gd name="T55" fmla="*/ 47 h 251"/>
                <a:gd name="T56" fmla="*/ 78 w 570"/>
                <a:gd name="T57" fmla="*/ 21 h 251"/>
                <a:gd name="T58" fmla="*/ 84 w 570"/>
                <a:gd name="T59" fmla="*/ 47 h 251"/>
                <a:gd name="T60" fmla="*/ 102 w 570"/>
                <a:gd name="T61" fmla="*/ 38 h 251"/>
                <a:gd name="T62" fmla="*/ 100 w 570"/>
                <a:gd name="T63" fmla="*/ 6 h 251"/>
                <a:gd name="T64" fmla="*/ 114 w 570"/>
                <a:gd name="T65" fmla="*/ 20 h 251"/>
                <a:gd name="T66" fmla="*/ 104 w 570"/>
                <a:gd name="T67" fmla="*/ 37 h 251"/>
                <a:gd name="T68" fmla="*/ 570 w 570"/>
                <a:gd name="T69" fmla="*/ 133 h 251"/>
                <a:gd name="T70" fmla="*/ 552 w 570"/>
                <a:gd name="T71" fmla="*/ 130 h 251"/>
                <a:gd name="T72" fmla="*/ 568 w 570"/>
                <a:gd name="T73" fmla="*/ 127 h 251"/>
                <a:gd name="T74" fmla="*/ 437 w 570"/>
                <a:gd name="T75" fmla="*/ 30 h 251"/>
                <a:gd name="T76" fmla="*/ 440 w 570"/>
                <a:gd name="T77" fmla="*/ 1 h 251"/>
                <a:gd name="T78" fmla="*/ 444 w 570"/>
                <a:gd name="T79" fmla="*/ 16 h 251"/>
                <a:gd name="T80" fmla="*/ 455 w 570"/>
                <a:gd name="T81" fmla="*/ 40 h 251"/>
                <a:gd name="T82" fmla="*/ 452 w 570"/>
                <a:gd name="T83" fmla="*/ 14 h 251"/>
                <a:gd name="T84" fmla="*/ 473 w 570"/>
                <a:gd name="T85" fmla="*/ 15 h 251"/>
                <a:gd name="T86" fmla="*/ 455 w 570"/>
                <a:gd name="T87" fmla="*/ 40 h 251"/>
                <a:gd name="T88" fmla="*/ 464 w 570"/>
                <a:gd name="T89" fmla="*/ 46 h 251"/>
                <a:gd name="T90" fmla="*/ 475 w 570"/>
                <a:gd name="T91" fmla="*/ 22 h 251"/>
                <a:gd name="T92" fmla="*/ 494 w 570"/>
                <a:gd name="T93" fmla="*/ 30 h 251"/>
                <a:gd name="T94" fmla="*/ 473 w 570"/>
                <a:gd name="T95" fmla="*/ 54 h 251"/>
                <a:gd name="T96" fmla="*/ 490 w 570"/>
                <a:gd name="T97" fmla="*/ 46 h 251"/>
                <a:gd name="T98" fmla="*/ 514 w 570"/>
                <a:gd name="T99" fmla="*/ 44 h 251"/>
                <a:gd name="T100" fmla="*/ 478 w 570"/>
                <a:gd name="T101" fmla="*/ 58 h 251"/>
                <a:gd name="T102" fmla="*/ 511 w 570"/>
                <a:gd name="T103" fmla="*/ 88 h 251"/>
                <a:gd name="T104" fmla="*/ 530 w 570"/>
                <a:gd name="T105" fmla="*/ 65 h 251"/>
                <a:gd name="T106" fmla="*/ 515 w 570"/>
                <a:gd name="T107" fmla="*/ 75 h 251"/>
                <a:gd name="T108" fmla="*/ 497 w 570"/>
                <a:gd name="T109" fmla="*/ 74 h 251"/>
                <a:gd name="T110" fmla="*/ 518 w 570"/>
                <a:gd name="T111" fmla="*/ 48 h 251"/>
                <a:gd name="T112" fmla="*/ 542 w 570"/>
                <a:gd name="T113" fmla="*/ 80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570" h="251">
                  <a:moveTo>
                    <a:pt x="534" y="118"/>
                  </a:moveTo>
                  <a:cubicBezTo>
                    <a:pt x="534" y="118"/>
                    <a:pt x="534" y="118"/>
                    <a:pt x="534" y="118"/>
                  </a:cubicBezTo>
                  <a:cubicBezTo>
                    <a:pt x="536" y="115"/>
                    <a:pt x="539" y="113"/>
                    <a:pt x="542" y="110"/>
                  </a:cubicBezTo>
                  <a:cubicBezTo>
                    <a:pt x="545" y="109"/>
                    <a:pt x="547" y="107"/>
                    <a:pt x="550" y="106"/>
                  </a:cubicBezTo>
                  <a:cubicBezTo>
                    <a:pt x="552" y="105"/>
                    <a:pt x="554" y="103"/>
                    <a:pt x="552" y="101"/>
                  </a:cubicBezTo>
                  <a:cubicBezTo>
                    <a:pt x="549" y="96"/>
                    <a:pt x="540" y="104"/>
                    <a:pt x="537" y="106"/>
                  </a:cubicBezTo>
                  <a:cubicBezTo>
                    <a:pt x="535" y="108"/>
                    <a:pt x="532" y="110"/>
                    <a:pt x="530" y="112"/>
                  </a:cubicBezTo>
                  <a:cubicBezTo>
                    <a:pt x="527" y="108"/>
                    <a:pt x="524" y="104"/>
                    <a:pt x="521" y="100"/>
                  </a:cubicBezTo>
                  <a:cubicBezTo>
                    <a:pt x="524" y="97"/>
                    <a:pt x="528" y="94"/>
                    <a:pt x="532" y="92"/>
                  </a:cubicBezTo>
                  <a:cubicBezTo>
                    <a:pt x="536" y="90"/>
                    <a:pt x="542" y="87"/>
                    <a:pt x="543" y="82"/>
                  </a:cubicBezTo>
                  <a:cubicBezTo>
                    <a:pt x="544" y="82"/>
                    <a:pt x="544" y="82"/>
                    <a:pt x="544" y="82"/>
                  </a:cubicBezTo>
                  <a:cubicBezTo>
                    <a:pt x="545" y="84"/>
                    <a:pt x="547" y="87"/>
                    <a:pt x="549" y="89"/>
                  </a:cubicBezTo>
                  <a:cubicBezTo>
                    <a:pt x="554" y="97"/>
                    <a:pt x="558" y="106"/>
                    <a:pt x="562" y="115"/>
                  </a:cubicBezTo>
                  <a:cubicBezTo>
                    <a:pt x="563" y="115"/>
                    <a:pt x="563" y="116"/>
                    <a:pt x="563" y="117"/>
                  </a:cubicBezTo>
                  <a:cubicBezTo>
                    <a:pt x="559" y="116"/>
                    <a:pt x="554" y="120"/>
                    <a:pt x="551" y="123"/>
                  </a:cubicBezTo>
                  <a:cubicBezTo>
                    <a:pt x="548" y="125"/>
                    <a:pt x="545" y="128"/>
                    <a:pt x="542" y="130"/>
                  </a:cubicBezTo>
                  <a:cubicBezTo>
                    <a:pt x="539" y="126"/>
                    <a:pt x="537" y="122"/>
                    <a:pt x="534" y="118"/>
                  </a:cubicBezTo>
                  <a:close/>
                  <a:moveTo>
                    <a:pt x="191" y="237"/>
                  </a:moveTo>
                  <a:cubicBezTo>
                    <a:pt x="191" y="237"/>
                    <a:pt x="191" y="237"/>
                    <a:pt x="191" y="237"/>
                  </a:cubicBezTo>
                  <a:cubicBezTo>
                    <a:pt x="206" y="237"/>
                    <a:pt x="222" y="236"/>
                    <a:pt x="237" y="236"/>
                  </a:cubicBezTo>
                  <a:cubicBezTo>
                    <a:pt x="276" y="237"/>
                    <a:pt x="314" y="240"/>
                    <a:pt x="352" y="238"/>
                  </a:cubicBezTo>
                  <a:cubicBezTo>
                    <a:pt x="352" y="241"/>
                    <a:pt x="353" y="243"/>
                    <a:pt x="353" y="246"/>
                  </a:cubicBezTo>
                  <a:cubicBezTo>
                    <a:pt x="353" y="247"/>
                    <a:pt x="353" y="248"/>
                    <a:pt x="353" y="250"/>
                  </a:cubicBezTo>
                  <a:cubicBezTo>
                    <a:pt x="340" y="250"/>
                    <a:pt x="327" y="250"/>
                    <a:pt x="314" y="250"/>
                  </a:cubicBezTo>
                  <a:cubicBezTo>
                    <a:pt x="292" y="251"/>
                    <a:pt x="270" y="250"/>
                    <a:pt x="247" y="250"/>
                  </a:cubicBezTo>
                  <a:cubicBezTo>
                    <a:pt x="230" y="250"/>
                    <a:pt x="213" y="250"/>
                    <a:pt x="196" y="251"/>
                  </a:cubicBezTo>
                  <a:cubicBezTo>
                    <a:pt x="194" y="251"/>
                    <a:pt x="192" y="251"/>
                    <a:pt x="190" y="251"/>
                  </a:cubicBezTo>
                  <a:cubicBezTo>
                    <a:pt x="190" y="251"/>
                    <a:pt x="190" y="250"/>
                    <a:pt x="190" y="250"/>
                  </a:cubicBezTo>
                  <a:cubicBezTo>
                    <a:pt x="190" y="248"/>
                    <a:pt x="191" y="245"/>
                    <a:pt x="191" y="242"/>
                  </a:cubicBezTo>
                  <a:cubicBezTo>
                    <a:pt x="191" y="240"/>
                    <a:pt x="191" y="239"/>
                    <a:pt x="191" y="237"/>
                  </a:cubicBezTo>
                  <a:close/>
                  <a:moveTo>
                    <a:pt x="114" y="1"/>
                  </a:moveTo>
                  <a:cubicBezTo>
                    <a:pt x="114" y="1"/>
                    <a:pt x="114" y="1"/>
                    <a:pt x="114" y="1"/>
                  </a:cubicBezTo>
                  <a:cubicBezTo>
                    <a:pt x="114" y="3"/>
                    <a:pt x="114" y="5"/>
                    <a:pt x="114" y="7"/>
                  </a:cubicBezTo>
                  <a:cubicBezTo>
                    <a:pt x="113" y="5"/>
                    <a:pt x="113" y="4"/>
                    <a:pt x="112" y="2"/>
                  </a:cubicBezTo>
                  <a:cubicBezTo>
                    <a:pt x="113" y="2"/>
                    <a:pt x="113" y="2"/>
                    <a:pt x="114" y="1"/>
                  </a:cubicBezTo>
                  <a:close/>
                  <a:moveTo>
                    <a:pt x="3" y="120"/>
                  </a:moveTo>
                  <a:cubicBezTo>
                    <a:pt x="3" y="120"/>
                    <a:pt x="3" y="120"/>
                    <a:pt x="3" y="120"/>
                  </a:cubicBezTo>
                  <a:cubicBezTo>
                    <a:pt x="7" y="121"/>
                    <a:pt x="12" y="123"/>
                    <a:pt x="16" y="125"/>
                  </a:cubicBezTo>
                  <a:cubicBezTo>
                    <a:pt x="18" y="127"/>
                    <a:pt x="21" y="128"/>
                    <a:pt x="24" y="129"/>
                  </a:cubicBezTo>
                  <a:cubicBezTo>
                    <a:pt x="23" y="133"/>
                    <a:pt x="22" y="136"/>
                    <a:pt x="21" y="140"/>
                  </a:cubicBezTo>
                  <a:cubicBezTo>
                    <a:pt x="15" y="135"/>
                    <a:pt x="8" y="132"/>
                    <a:pt x="0" y="131"/>
                  </a:cubicBezTo>
                  <a:cubicBezTo>
                    <a:pt x="1" y="127"/>
                    <a:pt x="2" y="124"/>
                    <a:pt x="3" y="120"/>
                  </a:cubicBezTo>
                  <a:close/>
                  <a:moveTo>
                    <a:pt x="25" y="124"/>
                  </a:moveTo>
                  <a:cubicBezTo>
                    <a:pt x="25" y="124"/>
                    <a:pt x="25" y="124"/>
                    <a:pt x="25" y="124"/>
                  </a:cubicBezTo>
                  <a:cubicBezTo>
                    <a:pt x="23" y="122"/>
                    <a:pt x="20" y="121"/>
                    <a:pt x="17" y="120"/>
                  </a:cubicBezTo>
                  <a:cubicBezTo>
                    <a:pt x="13" y="118"/>
                    <a:pt x="9" y="116"/>
                    <a:pt x="4" y="115"/>
                  </a:cubicBezTo>
                  <a:cubicBezTo>
                    <a:pt x="5" y="113"/>
                    <a:pt x="5" y="111"/>
                    <a:pt x="6" y="109"/>
                  </a:cubicBezTo>
                  <a:cubicBezTo>
                    <a:pt x="7" y="106"/>
                    <a:pt x="8" y="103"/>
                    <a:pt x="9" y="100"/>
                  </a:cubicBezTo>
                  <a:cubicBezTo>
                    <a:pt x="14" y="103"/>
                    <a:pt x="20" y="106"/>
                    <a:pt x="25" y="110"/>
                  </a:cubicBezTo>
                  <a:cubicBezTo>
                    <a:pt x="26" y="110"/>
                    <a:pt x="27" y="111"/>
                    <a:pt x="29" y="112"/>
                  </a:cubicBezTo>
                  <a:cubicBezTo>
                    <a:pt x="27" y="116"/>
                    <a:pt x="26" y="120"/>
                    <a:pt x="25" y="124"/>
                  </a:cubicBezTo>
                  <a:close/>
                  <a:moveTo>
                    <a:pt x="32" y="104"/>
                  </a:moveTo>
                  <a:cubicBezTo>
                    <a:pt x="32" y="104"/>
                    <a:pt x="32" y="104"/>
                    <a:pt x="32" y="104"/>
                  </a:cubicBezTo>
                  <a:cubicBezTo>
                    <a:pt x="31" y="105"/>
                    <a:pt x="31" y="106"/>
                    <a:pt x="31" y="107"/>
                  </a:cubicBezTo>
                  <a:cubicBezTo>
                    <a:pt x="29" y="106"/>
                    <a:pt x="28" y="105"/>
                    <a:pt x="27" y="104"/>
                  </a:cubicBezTo>
                  <a:cubicBezTo>
                    <a:pt x="22" y="101"/>
                    <a:pt x="16" y="98"/>
                    <a:pt x="11" y="96"/>
                  </a:cubicBezTo>
                  <a:cubicBezTo>
                    <a:pt x="12" y="93"/>
                    <a:pt x="14" y="90"/>
                    <a:pt x="15" y="87"/>
                  </a:cubicBezTo>
                  <a:cubicBezTo>
                    <a:pt x="17" y="83"/>
                    <a:pt x="20" y="79"/>
                    <a:pt x="22" y="75"/>
                  </a:cubicBezTo>
                  <a:cubicBezTo>
                    <a:pt x="27" y="78"/>
                    <a:pt x="32" y="81"/>
                    <a:pt x="36" y="84"/>
                  </a:cubicBezTo>
                  <a:cubicBezTo>
                    <a:pt x="38" y="85"/>
                    <a:pt x="40" y="86"/>
                    <a:pt x="42" y="87"/>
                  </a:cubicBezTo>
                  <a:cubicBezTo>
                    <a:pt x="38" y="92"/>
                    <a:pt x="35" y="98"/>
                    <a:pt x="32" y="104"/>
                  </a:cubicBezTo>
                  <a:close/>
                  <a:moveTo>
                    <a:pt x="54" y="72"/>
                  </a:moveTo>
                  <a:cubicBezTo>
                    <a:pt x="54" y="72"/>
                    <a:pt x="54" y="72"/>
                    <a:pt x="54" y="72"/>
                  </a:cubicBezTo>
                  <a:cubicBezTo>
                    <a:pt x="51" y="76"/>
                    <a:pt x="48" y="79"/>
                    <a:pt x="45" y="83"/>
                  </a:cubicBezTo>
                  <a:cubicBezTo>
                    <a:pt x="43" y="82"/>
                    <a:pt x="40" y="80"/>
                    <a:pt x="38" y="79"/>
                  </a:cubicBezTo>
                  <a:cubicBezTo>
                    <a:pt x="34" y="76"/>
                    <a:pt x="29" y="73"/>
                    <a:pt x="25" y="71"/>
                  </a:cubicBezTo>
                  <a:cubicBezTo>
                    <a:pt x="28" y="67"/>
                    <a:pt x="31" y="63"/>
                    <a:pt x="34" y="59"/>
                  </a:cubicBezTo>
                  <a:cubicBezTo>
                    <a:pt x="34" y="59"/>
                    <a:pt x="34" y="59"/>
                    <a:pt x="35" y="60"/>
                  </a:cubicBezTo>
                  <a:cubicBezTo>
                    <a:pt x="40" y="62"/>
                    <a:pt x="46" y="64"/>
                    <a:pt x="51" y="67"/>
                  </a:cubicBezTo>
                  <a:cubicBezTo>
                    <a:pt x="53" y="68"/>
                    <a:pt x="54" y="69"/>
                    <a:pt x="56" y="70"/>
                  </a:cubicBezTo>
                  <a:cubicBezTo>
                    <a:pt x="55" y="71"/>
                    <a:pt x="55" y="72"/>
                    <a:pt x="54" y="72"/>
                  </a:cubicBezTo>
                  <a:close/>
                  <a:moveTo>
                    <a:pt x="60" y="66"/>
                  </a:moveTo>
                  <a:cubicBezTo>
                    <a:pt x="60" y="66"/>
                    <a:pt x="60" y="66"/>
                    <a:pt x="60" y="66"/>
                  </a:cubicBezTo>
                  <a:cubicBezTo>
                    <a:pt x="58" y="64"/>
                    <a:pt x="56" y="63"/>
                    <a:pt x="54" y="62"/>
                  </a:cubicBezTo>
                  <a:cubicBezTo>
                    <a:pt x="48" y="60"/>
                    <a:pt x="43" y="57"/>
                    <a:pt x="37" y="55"/>
                  </a:cubicBezTo>
                  <a:cubicBezTo>
                    <a:pt x="39" y="53"/>
                    <a:pt x="41" y="51"/>
                    <a:pt x="43" y="49"/>
                  </a:cubicBezTo>
                  <a:cubicBezTo>
                    <a:pt x="47" y="45"/>
                    <a:pt x="51" y="41"/>
                    <a:pt x="55" y="38"/>
                  </a:cubicBezTo>
                  <a:cubicBezTo>
                    <a:pt x="58" y="42"/>
                    <a:pt x="63" y="46"/>
                    <a:pt x="67" y="49"/>
                  </a:cubicBezTo>
                  <a:cubicBezTo>
                    <a:pt x="69" y="51"/>
                    <a:pt x="72" y="52"/>
                    <a:pt x="74" y="54"/>
                  </a:cubicBezTo>
                  <a:cubicBezTo>
                    <a:pt x="69" y="58"/>
                    <a:pt x="65" y="62"/>
                    <a:pt x="60" y="66"/>
                  </a:cubicBezTo>
                  <a:close/>
                  <a:moveTo>
                    <a:pt x="84" y="47"/>
                  </a:moveTo>
                  <a:cubicBezTo>
                    <a:pt x="84" y="47"/>
                    <a:pt x="84" y="47"/>
                    <a:pt x="84" y="47"/>
                  </a:cubicBezTo>
                  <a:cubicBezTo>
                    <a:pt x="82" y="48"/>
                    <a:pt x="80" y="49"/>
                    <a:pt x="79" y="51"/>
                  </a:cubicBezTo>
                  <a:cubicBezTo>
                    <a:pt x="77" y="49"/>
                    <a:pt x="75" y="48"/>
                    <a:pt x="73" y="47"/>
                  </a:cubicBezTo>
                  <a:cubicBezTo>
                    <a:pt x="68" y="43"/>
                    <a:pt x="63" y="39"/>
                    <a:pt x="58" y="34"/>
                  </a:cubicBezTo>
                  <a:cubicBezTo>
                    <a:pt x="64" y="29"/>
                    <a:pt x="70" y="25"/>
                    <a:pt x="77" y="20"/>
                  </a:cubicBezTo>
                  <a:cubicBezTo>
                    <a:pt x="77" y="20"/>
                    <a:pt x="77" y="20"/>
                    <a:pt x="78" y="21"/>
                  </a:cubicBezTo>
                  <a:cubicBezTo>
                    <a:pt x="85" y="23"/>
                    <a:pt x="89" y="29"/>
                    <a:pt x="93" y="35"/>
                  </a:cubicBezTo>
                  <a:cubicBezTo>
                    <a:pt x="95" y="36"/>
                    <a:pt x="96" y="38"/>
                    <a:pt x="97" y="40"/>
                  </a:cubicBezTo>
                  <a:cubicBezTo>
                    <a:pt x="93" y="42"/>
                    <a:pt x="88" y="44"/>
                    <a:pt x="84" y="47"/>
                  </a:cubicBezTo>
                  <a:close/>
                  <a:moveTo>
                    <a:pt x="104" y="37"/>
                  </a:moveTo>
                  <a:cubicBezTo>
                    <a:pt x="104" y="37"/>
                    <a:pt x="104" y="37"/>
                    <a:pt x="104" y="37"/>
                  </a:cubicBezTo>
                  <a:cubicBezTo>
                    <a:pt x="103" y="37"/>
                    <a:pt x="103" y="38"/>
                    <a:pt x="102" y="38"/>
                  </a:cubicBezTo>
                  <a:cubicBezTo>
                    <a:pt x="100" y="35"/>
                    <a:pt x="98" y="32"/>
                    <a:pt x="96" y="30"/>
                  </a:cubicBezTo>
                  <a:cubicBezTo>
                    <a:pt x="92" y="25"/>
                    <a:pt x="87" y="19"/>
                    <a:pt x="81" y="17"/>
                  </a:cubicBezTo>
                  <a:cubicBezTo>
                    <a:pt x="87" y="13"/>
                    <a:pt x="94" y="9"/>
                    <a:pt x="100" y="6"/>
                  </a:cubicBezTo>
                  <a:cubicBezTo>
                    <a:pt x="102" y="5"/>
                    <a:pt x="104" y="5"/>
                    <a:pt x="106" y="4"/>
                  </a:cubicBezTo>
                  <a:cubicBezTo>
                    <a:pt x="108" y="8"/>
                    <a:pt x="110" y="12"/>
                    <a:pt x="112" y="16"/>
                  </a:cubicBezTo>
                  <a:cubicBezTo>
                    <a:pt x="113" y="18"/>
                    <a:pt x="114" y="19"/>
                    <a:pt x="114" y="20"/>
                  </a:cubicBezTo>
                  <a:cubicBezTo>
                    <a:pt x="114" y="23"/>
                    <a:pt x="114" y="25"/>
                    <a:pt x="114" y="27"/>
                  </a:cubicBezTo>
                  <a:cubicBezTo>
                    <a:pt x="115" y="29"/>
                    <a:pt x="115" y="31"/>
                    <a:pt x="115" y="33"/>
                  </a:cubicBezTo>
                  <a:cubicBezTo>
                    <a:pt x="111" y="34"/>
                    <a:pt x="107" y="36"/>
                    <a:pt x="104" y="37"/>
                  </a:cubicBezTo>
                  <a:close/>
                  <a:moveTo>
                    <a:pt x="568" y="127"/>
                  </a:moveTo>
                  <a:cubicBezTo>
                    <a:pt x="568" y="127"/>
                    <a:pt x="568" y="127"/>
                    <a:pt x="568" y="127"/>
                  </a:cubicBezTo>
                  <a:cubicBezTo>
                    <a:pt x="569" y="129"/>
                    <a:pt x="570" y="131"/>
                    <a:pt x="570" y="133"/>
                  </a:cubicBezTo>
                  <a:cubicBezTo>
                    <a:pt x="563" y="134"/>
                    <a:pt x="556" y="139"/>
                    <a:pt x="551" y="145"/>
                  </a:cubicBezTo>
                  <a:cubicBezTo>
                    <a:pt x="549" y="142"/>
                    <a:pt x="548" y="139"/>
                    <a:pt x="546" y="136"/>
                  </a:cubicBezTo>
                  <a:cubicBezTo>
                    <a:pt x="548" y="134"/>
                    <a:pt x="550" y="132"/>
                    <a:pt x="552" y="130"/>
                  </a:cubicBezTo>
                  <a:cubicBezTo>
                    <a:pt x="555" y="128"/>
                    <a:pt x="557" y="126"/>
                    <a:pt x="560" y="125"/>
                  </a:cubicBezTo>
                  <a:cubicBezTo>
                    <a:pt x="561" y="124"/>
                    <a:pt x="564" y="123"/>
                    <a:pt x="565" y="121"/>
                  </a:cubicBezTo>
                  <a:cubicBezTo>
                    <a:pt x="566" y="123"/>
                    <a:pt x="567" y="125"/>
                    <a:pt x="568" y="127"/>
                  </a:cubicBezTo>
                  <a:close/>
                  <a:moveTo>
                    <a:pt x="440" y="25"/>
                  </a:moveTo>
                  <a:cubicBezTo>
                    <a:pt x="440" y="25"/>
                    <a:pt x="440" y="25"/>
                    <a:pt x="440" y="25"/>
                  </a:cubicBezTo>
                  <a:cubicBezTo>
                    <a:pt x="440" y="26"/>
                    <a:pt x="438" y="28"/>
                    <a:pt x="437" y="30"/>
                  </a:cubicBezTo>
                  <a:cubicBezTo>
                    <a:pt x="437" y="30"/>
                    <a:pt x="437" y="29"/>
                    <a:pt x="437" y="28"/>
                  </a:cubicBezTo>
                  <a:cubicBezTo>
                    <a:pt x="436" y="18"/>
                    <a:pt x="435" y="9"/>
                    <a:pt x="435" y="0"/>
                  </a:cubicBezTo>
                  <a:cubicBezTo>
                    <a:pt x="437" y="0"/>
                    <a:pt x="439" y="0"/>
                    <a:pt x="440" y="1"/>
                  </a:cubicBezTo>
                  <a:cubicBezTo>
                    <a:pt x="444" y="2"/>
                    <a:pt x="448" y="3"/>
                    <a:pt x="452" y="5"/>
                  </a:cubicBezTo>
                  <a:cubicBezTo>
                    <a:pt x="452" y="5"/>
                    <a:pt x="453" y="5"/>
                    <a:pt x="453" y="5"/>
                  </a:cubicBezTo>
                  <a:cubicBezTo>
                    <a:pt x="448" y="7"/>
                    <a:pt x="446" y="12"/>
                    <a:pt x="444" y="16"/>
                  </a:cubicBezTo>
                  <a:cubicBezTo>
                    <a:pt x="443" y="19"/>
                    <a:pt x="442" y="22"/>
                    <a:pt x="440" y="25"/>
                  </a:cubicBezTo>
                  <a:close/>
                  <a:moveTo>
                    <a:pt x="455" y="40"/>
                  </a:moveTo>
                  <a:cubicBezTo>
                    <a:pt x="455" y="40"/>
                    <a:pt x="455" y="40"/>
                    <a:pt x="455" y="40"/>
                  </a:cubicBezTo>
                  <a:cubicBezTo>
                    <a:pt x="451" y="37"/>
                    <a:pt x="447" y="35"/>
                    <a:pt x="442" y="33"/>
                  </a:cubicBezTo>
                  <a:cubicBezTo>
                    <a:pt x="445" y="30"/>
                    <a:pt x="447" y="25"/>
                    <a:pt x="449" y="22"/>
                  </a:cubicBezTo>
                  <a:cubicBezTo>
                    <a:pt x="450" y="20"/>
                    <a:pt x="451" y="17"/>
                    <a:pt x="452" y="14"/>
                  </a:cubicBezTo>
                  <a:cubicBezTo>
                    <a:pt x="454" y="12"/>
                    <a:pt x="456" y="9"/>
                    <a:pt x="457" y="7"/>
                  </a:cubicBezTo>
                  <a:cubicBezTo>
                    <a:pt x="457" y="7"/>
                    <a:pt x="457" y="7"/>
                    <a:pt x="457" y="6"/>
                  </a:cubicBezTo>
                  <a:cubicBezTo>
                    <a:pt x="462" y="9"/>
                    <a:pt x="468" y="12"/>
                    <a:pt x="473" y="15"/>
                  </a:cubicBezTo>
                  <a:cubicBezTo>
                    <a:pt x="472" y="15"/>
                    <a:pt x="471" y="16"/>
                    <a:pt x="471" y="17"/>
                  </a:cubicBezTo>
                  <a:cubicBezTo>
                    <a:pt x="469" y="20"/>
                    <a:pt x="467" y="23"/>
                    <a:pt x="465" y="26"/>
                  </a:cubicBezTo>
                  <a:cubicBezTo>
                    <a:pt x="462" y="31"/>
                    <a:pt x="459" y="36"/>
                    <a:pt x="455" y="40"/>
                  </a:cubicBezTo>
                  <a:close/>
                  <a:moveTo>
                    <a:pt x="473" y="54"/>
                  </a:moveTo>
                  <a:cubicBezTo>
                    <a:pt x="473" y="54"/>
                    <a:pt x="473" y="54"/>
                    <a:pt x="473" y="54"/>
                  </a:cubicBezTo>
                  <a:cubicBezTo>
                    <a:pt x="470" y="51"/>
                    <a:pt x="467" y="49"/>
                    <a:pt x="464" y="46"/>
                  </a:cubicBezTo>
                  <a:cubicBezTo>
                    <a:pt x="463" y="45"/>
                    <a:pt x="461" y="44"/>
                    <a:pt x="460" y="43"/>
                  </a:cubicBezTo>
                  <a:cubicBezTo>
                    <a:pt x="463" y="39"/>
                    <a:pt x="466" y="35"/>
                    <a:pt x="469" y="31"/>
                  </a:cubicBezTo>
                  <a:cubicBezTo>
                    <a:pt x="471" y="28"/>
                    <a:pt x="473" y="25"/>
                    <a:pt x="475" y="22"/>
                  </a:cubicBezTo>
                  <a:cubicBezTo>
                    <a:pt x="476" y="20"/>
                    <a:pt x="477" y="19"/>
                    <a:pt x="478" y="17"/>
                  </a:cubicBezTo>
                  <a:cubicBezTo>
                    <a:pt x="484" y="21"/>
                    <a:pt x="490" y="25"/>
                    <a:pt x="495" y="28"/>
                  </a:cubicBezTo>
                  <a:cubicBezTo>
                    <a:pt x="495" y="29"/>
                    <a:pt x="494" y="30"/>
                    <a:pt x="494" y="30"/>
                  </a:cubicBezTo>
                  <a:cubicBezTo>
                    <a:pt x="491" y="33"/>
                    <a:pt x="489" y="36"/>
                    <a:pt x="487" y="39"/>
                  </a:cubicBezTo>
                  <a:cubicBezTo>
                    <a:pt x="484" y="44"/>
                    <a:pt x="480" y="51"/>
                    <a:pt x="473" y="54"/>
                  </a:cubicBezTo>
                  <a:cubicBezTo>
                    <a:pt x="473" y="54"/>
                    <a:pt x="473" y="54"/>
                    <a:pt x="473" y="54"/>
                  </a:cubicBezTo>
                  <a:close/>
                  <a:moveTo>
                    <a:pt x="478" y="58"/>
                  </a:moveTo>
                  <a:cubicBezTo>
                    <a:pt x="478" y="58"/>
                    <a:pt x="478" y="58"/>
                    <a:pt x="478" y="58"/>
                  </a:cubicBezTo>
                  <a:cubicBezTo>
                    <a:pt x="483" y="55"/>
                    <a:pt x="487" y="50"/>
                    <a:pt x="490" y="46"/>
                  </a:cubicBezTo>
                  <a:cubicBezTo>
                    <a:pt x="493" y="43"/>
                    <a:pt x="495" y="39"/>
                    <a:pt x="497" y="36"/>
                  </a:cubicBezTo>
                  <a:cubicBezTo>
                    <a:pt x="498" y="35"/>
                    <a:pt x="499" y="33"/>
                    <a:pt x="500" y="32"/>
                  </a:cubicBezTo>
                  <a:cubicBezTo>
                    <a:pt x="505" y="36"/>
                    <a:pt x="509" y="39"/>
                    <a:pt x="514" y="44"/>
                  </a:cubicBezTo>
                  <a:cubicBezTo>
                    <a:pt x="510" y="46"/>
                    <a:pt x="505" y="52"/>
                    <a:pt x="504" y="53"/>
                  </a:cubicBezTo>
                  <a:cubicBezTo>
                    <a:pt x="500" y="59"/>
                    <a:pt x="496" y="65"/>
                    <a:pt x="492" y="71"/>
                  </a:cubicBezTo>
                  <a:cubicBezTo>
                    <a:pt x="487" y="66"/>
                    <a:pt x="483" y="62"/>
                    <a:pt x="478" y="58"/>
                  </a:cubicBezTo>
                  <a:close/>
                  <a:moveTo>
                    <a:pt x="518" y="95"/>
                  </a:moveTo>
                  <a:cubicBezTo>
                    <a:pt x="518" y="95"/>
                    <a:pt x="518" y="95"/>
                    <a:pt x="518" y="95"/>
                  </a:cubicBezTo>
                  <a:cubicBezTo>
                    <a:pt x="515" y="93"/>
                    <a:pt x="513" y="90"/>
                    <a:pt x="511" y="88"/>
                  </a:cubicBezTo>
                  <a:cubicBezTo>
                    <a:pt x="513" y="86"/>
                    <a:pt x="516" y="83"/>
                    <a:pt x="519" y="80"/>
                  </a:cubicBezTo>
                  <a:cubicBezTo>
                    <a:pt x="521" y="78"/>
                    <a:pt x="523" y="75"/>
                    <a:pt x="526" y="73"/>
                  </a:cubicBezTo>
                  <a:cubicBezTo>
                    <a:pt x="528" y="70"/>
                    <a:pt x="530" y="69"/>
                    <a:pt x="530" y="65"/>
                  </a:cubicBezTo>
                  <a:cubicBezTo>
                    <a:pt x="530" y="65"/>
                    <a:pt x="529" y="64"/>
                    <a:pt x="529" y="64"/>
                  </a:cubicBezTo>
                  <a:cubicBezTo>
                    <a:pt x="526" y="64"/>
                    <a:pt x="524" y="66"/>
                    <a:pt x="522" y="67"/>
                  </a:cubicBezTo>
                  <a:cubicBezTo>
                    <a:pt x="520" y="70"/>
                    <a:pt x="517" y="73"/>
                    <a:pt x="515" y="75"/>
                  </a:cubicBezTo>
                  <a:cubicBezTo>
                    <a:pt x="512" y="78"/>
                    <a:pt x="510" y="81"/>
                    <a:pt x="507" y="84"/>
                  </a:cubicBezTo>
                  <a:cubicBezTo>
                    <a:pt x="504" y="81"/>
                    <a:pt x="501" y="79"/>
                    <a:pt x="498" y="76"/>
                  </a:cubicBezTo>
                  <a:cubicBezTo>
                    <a:pt x="498" y="75"/>
                    <a:pt x="497" y="75"/>
                    <a:pt x="497" y="74"/>
                  </a:cubicBezTo>
                  <a:cubicBezTo>
                    <a:pt x="500" y="68"/>
                    <a:pt x="504" y="62"/>
                    <a:pt x="509" y="57"/>
                  </a:cubicBezTo>
                  <a:cubicBezTo>
                    <a:pt x="511" y="54"/>
                    <a:pt x="514" y="51"/>
                    <a:pt x="516" y="49"/>
                  </a:cubicBezTo>
                  <a:cubicBezTo>
                    <a:pt x="517" y="49"/>
                    <a:pt x="517" y="49"/>
                    <a:pt x="518" y="48"/>
                  </a:cubicBezTo>
                  <a:cubicBezTo>
                    <a:pt x="523" y="54"/>
                    <a:pt x="527" y="60"/>
                    <a:pt x="532" y="66"/>
                  </a:cubicBezTo>
                  <a:cubicBezTo>
                    <a:pt x="535" y="71"/>
                    <a:pt x="539" y="75"/>
                    <a:pt x="542" y="80"/>
                  </a:cubicBezTo>
                  <a:cubicBezTo>
                    <a:pt x="542" y="80"/>
                    <a:pt x="542" y="80"/>
                    <a:pt x="542" y="80"/>
                  </a:cubicBezTo>
                  <a:cubicBezTo>
                    <a:pt x="537" y="79"/>
                    <a:pt x="531" y="84"/>
                    <a:pt x="528" y="87"/>
                  </a:cubicBezTo>
                  <a:cubicBezTo>
                    <a:pt x="524" y="89"/>
                    <a:pt x="521" y="92"/>
                    <a:pt x="518" y="9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44" name="íslïďè">
              <a:extLst>
                <a:ext uri="{FF2B5EF4-FFF2-40B4-BE49-F238E27FC236}">
                  <a16:creationId xmlns:a16="http://schemas.microsoft.com/office/drawing/2014/main" id="{1173E66B-F6AF-4FFD-AAA8-7F91738B4CD3}"/>
                </a:ext>
              </a:extLst>
            </p:cNvPr>
            <p:cNvSpPr/>
            <p:nvPr/>
          </p:nvSpPr>
          <p:spPr bwMode="auto">
            <a:xfrm>
              <a:off x="4119601" y="3581268"/>
              <a:ext cx="3888859" cy="921402"/>
            </a:xfrm>
            <a:custGeom>
              <a:avLst/>
              <a:gdLst>
                <a:gd name="T0" fmla="*/ 527 w 552"/>
                <a:gd name="T1" fmla="*/ 104 h 131"/>
                <a:gd name="T2" fmla="*/ 536 w 552"/>
                <a:gd name="T3" fmla="*/ 96 h 131"/>
                <a:gd name="T4" fmla="*/ 544 w 552"/>
                <a:gd name="T5" fmla="*/ 109 h 131"/>
                <a:gd name="T6" fmla="*/ 527 w 552"/>
                <a:gd name="T7" fmla="*/ 104 h 131"/>
                <a:gd name="T8" fmla="*/ 530 w 552"/>
                <a:gd name="T9" fmla="*/ 92 h 131"/>
                <a:gd name="T10" fmla="*/ 514 w 552"/>
                <a:gd name="T11" fmla="*/ 86 h 131"/>
                <a:gd name="T12" fmla="*/ 533 w 552"/>
                <a:gd name="T13" fmla="*/ 90 h 131"/>
                <a:gd name="T14" fmla="*/ 4 w 552"/>
                <a:gd name="T15" fmla="*/ 109 h 131"/>
                <a:gd name="T16" fmla="*/ 17 w 552"/>
                <a:gd name="T17" fmla="*/ 115 h 131"/>
                <a:gd name="T18" fmla="*/ 0 w 552"/>
                <a:gd name="T19" fmla="*/ 118 h 131"/>
                <a:gd name="T20" fmla="*/ 12 w 552"/>
                <a:gd name="T21" fmla="*/ 92 h 131"/>
                <a:gd name="T22" fmla="*/ 22 w 552"/>
                <a:gd name="T23" fmla="*/ 98 h 131"/>
                <a:gd name="T24" fmla="*/ 18 w 552"/>
                <a:gd name="T25" fmla="*/ 110 h 131"/>
                <a:gd name="T26" fmla="*/ 6 w 552"/>
                <a:gd name="T27" fmla="*/ 104 h 131"/>
                <a:gd name="T28" fmla="*/ 27 w 552"/>
                <a:gd name="T29" fmla="*/ 68 h 131"/>
                <a:gd name="T30" fmla="*/ 35 w 552"/>
                <a:gd name="T31" fmla="*/ 73 h 131"/>
                <a:gd name="T32" fmla="*/ 25 w 552"/>
                <a:gd name="T33" fmla="*/ 90 h 131"/>
                <a:gd name="T34" fmla="*/ 20 w 552"/>
                <a:gd name="T35" fmla="*/ 90 h 131"/>
                <a:gd name="T36" fmla="*/ 30 w 552"/>
                <a:gd name="T37" fmla="*/ 64 h 131"/>
                <a:gd name="T38" fmla="*/ 44 w 552"/>
                <a:gd name="T39" fmla="*/ 53 h 131"/>
                <a:gd name="T40" fmla="*/ 47 w 552"/>
                <a:gd name="T41" fmla="*/ 58 h 131"/>
                <a:gd name="T42" fmla="*/ 38 w 552"/>
                <a:gd name="T43" fmla="*/ 69 h 131"/>
                <a:gd name="T44" fmla="*/ 30 w 552"/>
                <a:gd name="T45" fmla="*/ 64 h 131"/>
                <a:gd name="T46" fmla="*/ 58 w 552"/>
                <a:gd name="T47" fmla="*/ 33 h 131"/>
                <a:gd name="T48" fmla="*/ 67 w 552"/>
                <a:gd name="T49" fmla="*/ 40 h 131"/>
                <a:gd name="T50" fmla="*/ 53 w 552"/>
                <a:gd name="T51" fmla="*/ 52 h 131"/>
                <a:gd name="T52" fmla="*/ 44 w 552"/>
                <a:gd name="T53" fmla="*/ 47 h 131"/>
                <a:gd name="T54" fmla="*/ 82 w 552"/>
                <a:gd name="T55" fmla="*/ 15 h 131"/>
                <a:gd name="T56" fmla="*/ 90 w 552"/>
                <a:gd name="T57" fmla="*/ 26 h 131"/>
                <a:gd name="T58" fmla="*/ 77 w 552"/>
                <a:gd name="T59" fmla="*/ 33 h 131"/>
                <a:gd name="T60" fmla="*/ 66 w 552"/>
                <a:gd name="T61" fmla="*/ 33 h 131"/>
                <a:gd name="T62" fmla="*/ 87 w 552"/>
                <a:gd name="T63" fmla="*/ 13 h 131"/>
                <a:gd name="T64" fmla="*/ 107 w 552"/>
                <a:gd name="T65" fmla="*/ 6 h 131"/>
                <a:gd name="T66" fmla="*/ 108 w 552"/>
                <a:gd name="T67" fmla="*/ 19 h 131"/>
                <a:gd name="T68" fmla="*/ 97 w 552"/>
                <a:gd name="T69" fmla="*/ 23 h 131"/>
                <a:gd name="T70" fmla="*/ 89 w 552"/>
                <a:gd name="T71" fmla="*/ 16 h 131"/>
                <a:gd name="T72" fmla="*/ 429 w 552"/>
                <a:gd name="T73" fmla="*/ 0 h 131"/>
                <a:gd name="T74" fmla="*/ 433 w 552"/>
                <a:gd name="T75" fmla="*/ 11 h 131"/>
                <a:gd name="T76" fmla="*/ 430 w 552"/>
                <a:gd name="T77" fmla="*/ 16 h 131"/>
                <a:gd name="T78" fmla="*/ 429 w 552"/>
                <a:gd name="T79" fmla="*/ 0 h 131"/>
                <a:gd name="T80" fmla="*/ 456 w 552"/>
                <a:gd name="T81" fmla="*/ 15 h 131"/>
                <a:gd name="T82" fmla="*/ 448 w 552"/>
                <a:gd name="T83" fmla="*/ 26 h 131"/>
                <a:gd name="T84" fmla="*/ 442 w 552"/>
                <a:gd name="T85" fmla="*/ 8 h 131"/>
                <a:gd name="T86" fmla="*/ 461 w 552"/>
                <a:gd name="T87" fmla="*/ 18 h 131"/>
                <a:gd name="T88" fmla="*/ 466 w 552"/>
                <a:gd name="T89" fmla="*/ 40 h 131"/>
                <a:gd name="T90" fmla="*/ 466 w 552"/>
                <a:gd name="T91" fmla="*/ 40 h 131"/>
                <a:gd name="T92" fmla="*/ 453 w 552"/>
                <a:gd name="T93" fmla="*/ 29 h 131"/>
                <a:gd name="T94" fmla="*/ 482 w 552"/>
                <a:gd name="T95" fmla="*/ 33 h 131"/>
                <a:gd name="T96" fmla="*/ 485 w 552"/>
                <a:gd name="T97" fmla="*/ 57 h 131"/>
                <a:gd name="T98" fmla="*/ 471 w 552"/>
                <a:gd name="T99" fmla="*/ 44 h 131"/>
                <a:gd name="T100" fmla="*/ 498 w 552"/>
                <a:gd name="T101" fmla="*/ 48 h 131"/>
                <a:gd name="T102" fmla="*/ 508 w 552"/>
                <a:gd name="T103" fmla="*/ 61 h 131"/>
                <a:gd name="T104" fmla="*/ 491 w 552"/>
                <a:gd name="T105" fmla="*/ 62 h 131"/>
                <a:gd name="T106" fmla="*/ 498 w 552"/>
                <a:gd name="T107" fmla="*/ 48 h 131"/>
                <a:gd name="T108" fmla="*/ 520 w 552"/>
                <a:gd name="T109" fmla="*/ 73 h 131"/>
                <a:gd name="T110" fmla="*/ 511 w 552"/>
                <a:gd name="T111" fmla="*/ 81 h 131"/>
                <a:gd name="T112" fmla="*/ 512 w 552"/>
                <a:gd name="T113" fmla="*/ 66 h 131"/>
                <a:gd name="T114" fmla="*/ 547 w 552"/>
                <a:gd name="T115" fmla="*/ 115 h 131"/>
                <a:gd name="T116" fmla="*/ 544 w 552"/>
                <a:gd name="T117" fmla="*/ 131 h 131"/>
                <a:gd name="T118" fmla="*/ 545 w 552"/>
                <a:gd name="T119" fmla="*/ 116 h 1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552" h="131">
                  <a:moveTo>
                    <a:pt x="527" y="104"/>
                  </a:moveTo>
                  <a:cubicBezTo>
                    <a:pt x="527" y="104"/>
                    <a:pt x="527" y="104"/>
                    <a:pt x="527" y="104"/>
                  </a:cubicBezTo>
                  <a:cubicBezTo>
                    <a:pt x="529" y="101"/>
                    <a:pt x="532" y="99"/>
                    <a:pt x="535" y="96"/>
                  </a:cubicBezTo>
                  <a:cubicBezTo>
                    <a:pt x="536" y="96"/>
                    <a:pt x="536" y="96"/>
                    <a:pt x="536" y="96"/>
                  </a:cubicBezTo>
                  <a:cubicBezTo>
                    <a:pt x="539" y="100"/>
                    <a:pt x="542" y="104"/>
                    <a:pt x="544" y="109"/>
                  </a:cubicBezTo>
                  <a:cubicBezTo>
                    <a:pt x="544" y="109"/>
                    <a:pt x="544" y="109"/>
                    <a:pt x="544" y="109"/>
                  </a:cubicBezTo>
                  <a:cubicBezTo>
                    <a:pt x="541" y="111"/>
                    <a:pt x="538" y="114"/>
                    <a:pt x="535" y="116"/>
                  </a:cubicBezTo>
                  <a:cubicBezTo>
                    <a:pt x="532" y="112"/>
                    <a:pt x="530" y="108"/>
                    <a:pt x="527" y="104"/>
                  </a:cubicBezTo>
                  <a:close/>
                  <a:moveTo>
                    <a:pt x="533" y="90"/>
                  </a:moveTo>
                  <a:cubicBezTo>
                    <a:pt x="532" y="91"/>
                    <a:pt x="531" y="91"/>
                    <a:pt x="530" y="92"/>
                  </a:cubicBezTo>
                  <a:cubicBezTo>
                    <a:pt x="528" y="94"/>
                    <a:pt x="525" y="96"/>
                    <a:pt x="523" y="98"/>
                  </a:cubicBezTo>
                  <a:cubicBezTo>
                    <a:pt x="520" y="94"/>
                    <a:pt x="517" y="90"/>
                    <a:pt x="514" y="86"/>
                  </a:cubicBezTo>
                  <a:cubicBezTo>
                    <a:pt x="517" y="83"/>
                    <a:pt x="521" y="81"/>
                    <a:pt x="524" y="78"/>
                  </a:cubicBezTo>
                  <a:cubicBezTo>
                    <a:pt x="527" y="82"/>
                    <a:pt x="530" y="86"/>
                    <a:pt x="533" y="90"/>
                  </a:cubicBezTo>
                  <a:close/>
                  <a:moveTo>
                    <a:pt x="0" y="118"/>
                  </a:moveTo>
                  <a:cubicBezTo>
                    <a:pt x="1" y="115"/>
                    <a:pt x="3" y="112"/>
                    <a:pt x="4" y="109"/>
                  </a:cubicBezTo>
                  <a:cubicBezTo>
                    <a:pt x="6" y="110"/>
                    <a:pt x="7" y="111"/>
                    <a:pt x="9" y="111"/>
                  </a:cubicBezTo>
                  <a:cubicBezTo>
                    <a:pt x="11" y="113"/>
                    <a:pt x="14" y="114"/>
                    <a:pt x="17" y="115"/>
                  </a:cubicBezTo>
                  <a:cubicBezTo>
                    <a:pt x="16" y="119"/>
                    <a:pt x="15" y="122"/>
                    <a:pt x="14" y="126"/>
                  </a:cubicBezTo>
                  <a:cubicBezTo>
                    <a:pt x="10" y="123"/>
                    <a:pt x="5" y="120"/>
                    <a:pt x="0" y="118"/>
                  </a:cubicBezTo>
                  <a:close/>
                  <a:moveTo>
                    <a:pt x="6" y="104"/>
                  </a:moveTo>
                  <a:cubicBezTo>
                    <a:pt x="8" y="100"/>
                    <a:pt x="10" y="96"/>
                    <a:pt x="12" y="92"/>
                  </a:cubicBezTo>
                  <a:cubicBezTo>
                    <a:pt x="14" y="93"/>
                    <a:pt x="16" y="94"/>
                    <a:pt x="18" y="96"/>
                  </a:cubicBezTo>
                  <a:cubicBezTo>
                    <a:pt x="19" y="96"/>
                    <a:pt x="20" y="97"/>
                    <a:pt x="22" y="98"/>
                  </a:cubicBezTo>
                  <a:cubicBezTo>
                    <a:pt x="20" y="102"/>
                    <a:pt x="19" y="106"/>
                    <a:pt x="18" y="110"/>
                  </a:cubicBezTo>
                  <a:cubicBezTo>
                    <a:pt x="18" y="110"/>
                    <a:pt x="18" y="110"/>
                    <a:pt x="18" y="110"/>
                  </a:cubicBezTo>
                  <a:cubicBezTo>
                    <a:pt x="16" y="108"/>
                    <a:pt x="13" y="107"/>
                    <a:pt x="10" y="106"/>
                  </a:cubicBezTo>
                  <a:cubicBezTo>
                    <a:pt x="9" y="105"/>
                    <a:pt x="8" y="105"/>
                    <a:pt x="6" y="104"/>
                  </a:cubicBezTo>
                  <a:close/>
                  <a:moveTo>
                    <a:pt x="15" y="88"/>
                  </a:moveTo>
                  <a:cubicBezTo>
                    <a:pt x="19" y="81"/>
                    <a:pt x="23" y="75"/>
                    <a:pt x="27" y="68"/>
                  </a:cubicBezTo>
                  <a:cubicBezTo>
                    <a:pt x="29" y="70"/>
                    <a:pt x="29" y="70"/>
                    <a:pt x="29" y="70"/>
                  </a:cubicBezTo>
                  <a:cubicBezTo>
                    <a:pt x="31" y="71"/>
                    <a:pt x="33" y="72"/>
                    <a:pt x="35" y="73"/>
                  </a:cubicBezTo>
                  <a:cubicBezTo>
                    <a:pt x="31" y="78"/>
                    <a:pt x="28" y="84"/>
                    <a:pt x="25" y="90"/>
                  </a:cubicBezTo>
                  <a:cubicBezTo>
                    <a:pt x="25" y="90"/>
                    <a:pt x="25" y="90"/>
                    <a:pt x="25" y="90"/>
                  </a:cubicBezTo>
                  <a:cubicBezTo>
                    <a:pt x="24" y="91"/>
                    <a:pt x="24" y="92"/>
                    <a:pt x="24" y="93"/>
                  </a:cubicBezTo>
                  <a:cubicBezTo>
                    <a:pt x="22" y="92"/>
                    <a:pt x="21" y="91"/>
                    <a:pt x="20" y="90"/>
                  </a:cubicBezTo>
                  <a:cubicBezTo>
                    <a:pt x="18" y="89"/>
                    <a:pt x="16" y="88"/>
                    <a:pt x="15" y="88"/>
                  </a:cubicBezTo>
                  <a:close/>
                  <a:moveTo>
                    <a:pt x="30" y="64"/>
                  </a:moveTo>
                  <a:cubicBezTo>
                    <a:pt x="33" y="59"/>
                    <a:pt x="37" y="55"/>
                    <a:pt x="40" y="51"/>
                  </a:cubicBezTo>
                  <a:cubicBezTo>
                    <a:pt x="41" y="52"/>
                    <a:pt x="43" y="52"/>
                    <a:pt x="44" y="53"/>
                  </a:cubicBezTo>
                  <a:cubicBezTo>
                    <a:pt x="46" y="54"/>
                    <a:pt x="47" y="55"/>
                    <a:pt x="49" y="56"/>
                  </a:cubicBezTo>
                  <a:cubicBezTo>
                    <a:pt x="48" y="57"/>
                    <a:pt x="48" y="58"/>
                    <a:pt x="47" y="58"/>
                  </a:cubicBezTo>
                  <a:cubicBezTo>
                    <a:pt x="47" y="58"/>
                    <a:pt x="47" y="58"/>
                    <a:pt x="47" y="58"/>
                  </a:cubicBezTo>
                  <a:cubicBezTo>
                    <a:pt x="44" y="62"/>
                    <a:pt x="41" y="65"/>
                    <a:pt x="38" y="69"/>
                  </a:cubicBezTo>
                  <a:cubicBezTo>
                    <a:pt x="36" y="68"/>
                    <a:pt x="33" y="66"/>
                    <a:pt x="31" y="65"/>
                  </a:cubicBezTo>
                  <a:lnTo>
                    <a:pt x="30" y="64"/>
                  </a:lnTo>
                  <a:close/>
                  <a:moveTo>
                    <a:pt x="44" y="47"/>
                  </a:moveTo>
                  <a:cubicBezTo>
                    <a:pt x="48" y="42"/>
                    <a:pt x="53" y="38"/>
                    <a:pt x="58" y="33"/>
                  </a:cubicBezTo>
                  <a:cubicBezTo>
                    <a:pt x="58" y="34"/>
                    <a:pt x="59" y="34"/>
                    <a:pt x="60" y="35"/>
                  </a:cubicBezTo>
                  <a:cubicBezTo>
                    <a:pt x="62" y="37"/>
                    <a:pt x="65" y="38"/>
                    <a:pt x="67" y="40"/>
                  </a:cubicBezTo>
                  <a:cubicBezTo>
                    <a:pt x="62" y="44"/>
                    <a:pt x="58" y="48"/>
                    <a:pt x="53" y="52"/>
                  </a:cubicBezTo>
                  <a:cubicBezTo>
                    <a:pt x="53" y="52"/>
                    <a:pt x="53" y="52"/>
                    <a:pt x="53" y="52"/>
                  </a:cubicBezTo>
                  <a:cubicBezTo>
                    <a:pt x="51" y="50"/>
                    <a:pt x="49" y="49"/>
                    <a:pt x="47" y="48"/>
                  </a:cubicBezTo>
                  <a:cubicBezTo>
                    <a:pt x="46" y="48"/>
                    <a:pt x="45" y="47"/>
                    <a:pt x="44" y="47"/>
                  </a:cubicBezTo>
                  <a:close/>
                  <a:moveTo>
                    <a:pt x="62" y="30"/>
                  </a:moveTo>
                  <a:cubicBezTo>
                    <a:pt x="68" y="24"/>
                    <a:pt x="75" y="20"/>
                    <a:pt x="82" y="15"/>
                  </a:cubicBezTo>
                  <a:cubicBezTo>
                    <a:pt x="84" y="17"/>
                    <a:pt x="85" y="19"/>
                    <a:pt x="86" y="21"/>
                  </a:cubicBezTo>
                  <a:cubicBezTo>
                    <a:pt x="88" y="22"/>
                    <a:pt x="89" y="24"/>
                    <a:pt x="90" y="26"/>
                  </a:cubicBezTo>
                  <a:cubicBezTo>
                    <a:pt x="86" y="28"/>
                    <a:pt x="81" y="30"/>
                    <a:pt x="77" y="33"/>
                  </a:cubicBezTo>
                  <a:cubicBezTo>
                    <a:pt x="77" y="33"/>
                    <a:pt x="77" y="33"/>
                    <a:pt x="77" y="33"/>
                  </a:cubicBezTo>
                  <a:cubicBezTo>
                    <a:pt x="75" y="34"/>
                    <a:pt x="73" y="35"/>
                    <a:pt x="72" y="37"/>
                  </a:cubicBezTo>
                  <a:cubicBezTo>
                    <a:pt x="70" y="35"/>
                    <a:pt x="68" y="34"/>
                    <a:pt x="66" y="33"/>
                  </a:cubicBezTo>
                  <a:cubicBezTo>
                    <a:pt x="65" y="32"/>
                    <a:pt x="63" y="31"/>
                    <a:pt x="62" y="30"/>
                  </a:cubicBezTo>
                  <a:close/>
                  <a:moveTo>
                    <a:pt x="87" y="13"/>
                  </a:moveTo>
                  <a:cubicBezTo>
                    <a:pt x="93" y="10"/>
                    <a:pt x="100" y="7"/>
                    <a:pt x="106" y="4"/>
                  </a:cubicBezTo>
                  <a:cubicBezTo>
                    <a:pt x="107" y="5"/>
                    <a:pt x="107" y="6"/>
                    <a:pt x="107" y="6"/>
                  </a:cubicBezTo>
                  <a:cubicBezTo>
                    <a:pt x="107" y="9"/>
                    <a:pt x="107" y="11"/>
                    <a:pt x="107" y="13"/>
                  </a:cubicBezTo>
                  <a:cubicBezTo>
                    <a:pt x="108" y="15"/>
                    <a:pt x="108" y="17"/>
                    <a:pt x="108" y="19"/>
                  </a:cubicBezTo>
                  <a:cubicBezTo>
                    <a:pt x="104" y="20"/>
                    <a:pt x="100" y="22"/>
                    <a:pt x="97" y="23"/>
                  </a:cubicBezTo>
                  <a:cubicBezTo>
                    <a:pt x="97" y="23"/>
                    <a:pt x="97" y="23"/>
                    <a:pt x="97" y="23"/>
                  </a:cubicBezTo>
                  <a:cubicBezTo>
                    <a:pt x="96" y="23"/>
                    <a:pt x="96" y="24"/>
                    <a:pt x="95" y="24"/>
                  </a:cubicBezTo>
                  <a:cubicBezTo>
                    <a:pt x="93" y="21"/>
                    <a:pt x="91" y="18"/>
                    <a:pt x="89" y="16"/>
                  </a:cubicBezTo>
                  <a:cubicBezTo>
                    <a:pt x="89" y="15"/>
                    <a:pt x="88" y="14"/>
                    <a:pt x="87" y="13"/>
                  </a:cubicBezTo>
                  <a:close/>
                  <a:moveTo>
                    <a:pt x="429" y="0"/>
                  </a:moveTo>
                  <a:cubicBezTo>
                    <a:pt x="429" y="0"/>
                    <a:pt x="432" y="1"/>
                    <a:pt x="436" y="3"/>
                  </a:cubicBezTo>
                  <a:cubicBezTo>
                    <a:pt x="435" y="6"/>
                    <a:pt x="435" y="8"/>
                    <a:pt x="433" y="11"/>
                  </a:cubicBezTo>
                  <a:cubicBezTo>
                    <a:pt x="433" y="11"/>
                    <a:pt x="433" y="11"/>
                    <a:pt x="433" y="11"/>
                  </a:cubicBezTo>
                  <a:cubicBezTo>
                    <a:pt x="433" y="12"/>
                    <a:pt x="431" y="14"/>
                    <a:pt x="430" y="16"/>
                  </a:cubicBezTo>
                  <a:cubicBezTo>
                    <a:pt x="430" y="16"/>
                    <a:pt x="430" y="15"/>
                    <a:pt x="430" y="14"/>
                  </a:cubicBezTo>
                  <a:cubicBezTo>
                    <a:pt x="430" y="9"/>
                    <a:pt x="429" y="4"/>
                    <a:pt x="429" y="0"/>
                  </a:cubicBezTo>
                  <a:close/>
                  <a:moveTo>
                    <a:pt x="443" y="6"/>
                  </a:moveTo>
                  <a:cubicBezTo>
                    <a:pt x="447" y="9"/>
                    <a:pt x="451" y="11"/>
                    <a:pt x="456" y="15"/>
                  </a:cubicBezTo>
                  <a:cubicBezTo>
                    <a:pt x="454" y="19"/>
                    <a:pt x="451" y="22"/>
                    <a:pt x="448" y="26"/>
                  </a:cubicBezTo>
                  <a:cubicBezTo>
                    <a:pt x="448" y="26"/>
                    <a:pt x="448" y="26"/>
                    <a:pt x="448" y="26"/>
                  </a:cubicBezTo>
                  <a:cubicBezTo>
                    <a:pt x="444" y="23"/>
                    <a:pt x="440" y="21"/>
                    <a:pt x="435" y="19"/>
                  </a:cubicBezTo>
                  <a:cubicBezTo>
                    <a:pt x="438" y="16"/>
                    <a:pt x="440" y="11"/>
                    <a:pt x="442" y="8"/>
                  </a:cubicBezTo>
                  <a:cubicBezTo>
                    <a:pt x="442" y="8"/>
                    <a:pt x="442" y="7"/>
                    <a:pt x="443" y="6"/>
                  </a:cubicBezTo>
                  <a:close/>
                  <a:moveTo>
                    <a:pt x="461" y="18"/>
                  </a:moveTo>
                  <a:cubicBezTo>
                    <a:pt x="466" y="21"/>
                    <a:pt x="471" y="25"/>
                    <a:pt x="477" y="30"/>
                  </a:cubicBezTo>
                  <a:cubicBezTo>
                    <a:pt x="474" y="34"/>
                    <a:pt x="471" y="38"/>
                    <a:pt x="466" y="40"/>
                  </a:cubicBezTo>
                  <a:cubicBezTo>
                    <a:pt x="466" y="40"/>
                    <a:pt x="466" y="40"/>
                    <a:pt x="466" y="40"/>
                  </a:cubicBezTo>
                  <a:cubicBezTo>
                    <a:pt x="466" y="40"/>
                    <a:pt x="466" y="40"/>
                    <a:pt x="466" y="40"/>
                  </a:cubicBezTo>
                  <a:cubicBezTo>
                    <a:pt x="463" y="37"/>
                    <a:pt x="460" y="35"/>
                    <a:pt x="457" y="32"/>
                  </a:cubicBezTo>
                  <a:cubicBezTo>
                    <a:pt x="456" y="31"/>
                    <a:pt x="454" y="30"/>
                    <a:pt x="453" y="29"/>
                  </a:cubicBezTo>
                  <a:cubicBezTo>
                    <a:pt x="456" y="26"/>
                    <a:pt x="458" y="22"/>
                    <a:pt x="461" y="18"/>
                  </a:cubicBezTo>
                  <a:close/>
                  <a:moveTo>
                    <a:pt x="482" y="33"/>
                  </a:moveTo>
                  <a:cubicBezTo>
                    <a:pt x="486" y="37"/>
                    <a:pt x="490" y="40"/>
                    <a:pt x="494" y="44"/>
                  </a:cubicBezTo>
                  <a:cubicBezTo>
                    <a:pt x="491" y="48"/>
                    <a:pt x="488" y="52"/>
                    <a:pt x="485" y="57"/>
                  </a:cubicBezTo>
                  <a:cubicBezTo>
                    <a:pt x="480" y="52"/>
                    <a:pt x="476" y="48"/>
                    <a:pt x="471" y="44"/>
                  </a:cubicBezTo>
                  <a:cubicBezTo>
                    <a:pt x="471" y="44"/>
                    <a:pt x="471" y="44"/>
                    <a:pt x="471" y="44"/>
                  </a:cubicBezTo>
                  <a:cubicBezTo>
                    <a:pt x="475" y="41"/>
                    <a:pt x="479" y="37"/>
                    <a:pt x="482" y="33"/>
                  </a:cubicBezTo>
                  <a:close/>
                  <a:moveTo>
                    <a:pt x="498" y="48"/>
                  </a:moveTo>
                  <a:cubicBezTo>
                    <a:pt x="502" y="52"/>
                    <a:pt x="505" y="56"/>
                    <a:pt x="509" y="60"/>
                  </a:cubicBezTo>
                  <a:cubicBezTo>
                    <a:pt x="508" y="61"/>
                    <a:pt x="508" y="61"/>
                    <a:pt x="508" y="61"/>
                  </a:cubicBezTo>
                  <a:cubicBezTo>
                    <a:pt x="505" y="64"/>
                    <a:pt x="503" y="67"/>
                    <a:pt x="500" y="70"/>
                  </a:cubicBezTo>
                  <a:cubicBezTo>
                    <a:pt x="497" y="67"/>
                    <a:pt x="494" y="65"/>
                    <a:pt x="491" y="62"/>
                  </a:cubicBezTo>
                  <a:cubicBezTo>
                    <a:pt x="491" y="61"/>
                    <a:pt x="490" y="61"/>
                    <a:pt x="490" y="60"/>
                  </a:cubicBezTo>
                  <a:cubicBezTo>
                    <a:pt x="492" y="56"/>
                    <a:pt x="495" y="52"/>
                    <a:pt x="498" y="48"/>
                  </a:cubicBezTo>
                  <a:close/>
                  <a:moveTo>
                    <a:pt x="513" y="64"/>
                  </a:moveTo>
                  <a:cubicBezTo>
                    <a:pt x="516" y="67"/>
                    <a:pt x="518" y="70"/>
                    <a:pt x="520" y="73"/>
                  </a:cubicBezTo>
                  <a:cubicBezTo>
                    <a:pt x="517" y="75"/>
                    <a:pt x="513" y="78"/>
                    <a:pt x="511" y="81"/>
                  </a:cubicBezTo>
                  <a:cubicBezTo>
                    <a:pt x="511" y="81"/>
                    <a:pt x="511" y="81"/>
                    <a:pt x="511" y="81"/>
                  </a:cubicBezTo>
                  <a:cubicBezTo>
                    <a:pt x="508" y="79"/>
                    <a:pt x="506" y="76"/>
                    <a:pt x="504" y="74"/>
                  </a:cubicBezTo>
                  <a:cubicBezTo>
                    <a:pt x="506" y="72"/>
                    <a:pt x="509" y="69"/>
                    <a:pt x="512" y="66"/>
                  </a:cubicBezTo>
                  <a:lnTo>
                    <a:pt x="513" y="64"/>
                  </a:lnTo>
                  <a:close/>
                  <a:moveTo>
                    <a:pt x="547" y="115"/>
                  </a:moveTo>
                  <a:cubicBezTo>
                    <a:pt x="549" y="117"/>
                    <a:pt x="551" y="121"/>
                    <a:pt x="552" y="124"/>
                  </a:cubicBezTo>
                  <a:cubicBezTo>
                    <a:pt x="549" y="126"/>
                    <a:pt x="546" y="128"/>
                    <a:pt x="544" y="131"/>
                  </a:cubicBezTo>
                  <a:cubicBezTo>
                    <a:pt x="542" y="128"/>
                    <a:pt x="541" y="125"/>
                    <a:pt x="539" y="122"/>
                  </a:cubicBezTo>
                  <a:cubicBezTo>
                    <a:pt x="541" y="120"/>
                    <a:pt x="543" y="118"/>
                    <a:pt x="545" y="116"/>
                  </a:cubicBezTo>
                  <a:cubicBezTo>
                    <a:pt x="546" y="116"/>
                    <a:pt x="547" y="115"/>
                    <a:pt x="547" y="11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45" name="íṥļîďè">
              <a:extLst>
                <a:ext uri="{FF2B5EF4-FFF2-40B4-BE49-F238E27FC236}">
                  <a16:creationId xmlns:a16="http://schemas.microsoft.com/office/drawing/2014/main" id="{420D1F1F-4AF5-404C-A983-7AC9E8C46019}"/>
                </a:ext>
              </a:extLst>
            </p:cNvPr>
            <p:cNvSpPr/>
            <p:nvPr/>
          </p:nvSpPr>
          <p:spPr bwMode="auto">
            <a:xfrm>
              <a:off x="5000353" y="4292645"/>
              <a:ext cx="1104328" cy="606365"/>
            </a:xfrm>
            <a:custGeom>
              <a:avLst/>
              <a:gdLst>
                <a:gd name="T0" fmla="*/ 118 w 157"/>
                <a:gd name="T1" fmla="*/ 3 h 86"/>
                <a:gd name="T2" fmla="*/ 118 w 157"/>
                <a:gd name="T3" fmla="*/ 3 h 86"/>
                <a:gd name="T4" fmla="*/ 136 w 157"/>
                <a:gd name="T5" fmla="*/ 3 h 86"/>
                <a:gd name="T6" fmla="*/ 155 w 157"/>
                <a:gd name="T7" fmla="*/ 2 h 86"/>
                <a:gd name="T8" fmla="*/ 155 w 157"/>
                <a:gd name="T9" fmla="*/ 6 h 86"/>
                <a:gd name="T10" fmla="*/ 156 w 157"/>
                <a:gd name="T11" fmla="*/ 18 h 86"/>
                <a:gd name="T12" fmla="*/ 157 w 157"/>
                <a:gd name="T13" fmla="*/ 42 h 86"/>
                <a:gd name="T14" fmla="*/ 156 w 157"/>
                <a:gd name="T15" fmla="*/ 65 h 86"/>
                <a:gd name="T16" fmla="*/ 157 w 157"/>
                <a:gd name="T17" fmla="*/ 74 h 86"/>
                <a:gd name="T18" fmla="*/ 156 w 157"/>
                <a:gd name="T19" fmla="*/ 79 h 86"/>
                <a:gd name="T20" fmla="*/ 149 w 157"/>
                <a:gd name="T21" fmla="*/ 80 h 86"/>
                <a:gd name="T22" fmla="*/ 126 w 157"/>
                <a:gd name="T23" fmla="*/ 81 h 86"/>
                <a:gd name="T24" fmla="*/ 116 w 157"/>
                <a:gd name="T25" fmla="*/ 82 h 86"/>
                <a:gd name="T26" fmla="*/ 116 w 157"/>
                <a:gd name="T27" fmla="*/ 64 h 86"/>
                <a:gd name="T28" fmla="*/ 117 w 157"/>
                <a:gd name="T29" fmla="*/ 42 h 86"/>
                <a:gd name="T30" fmla="*/ 118 w 157"/>
                <a:gd name="T31" fmla="*/ 20 h 86"/>
                <a:gd name="T32" fmla="*/ 118 w 157"/>
                <a:gd name="T33" fmla="*/ 3 h 86"/>
                <a:gd name="T34" fmla="*/ 16 w 157"/>
                <a:gd name="T35" fmla="*/ 59 h 86"/>
                <a:gd name="T36" fmla="*/ 16 w 157"/>
                <a:gd name="T37" fmla="*/ 59 h 86"/>
                <a:gd name="T38" fmla="*/ 17 w 157"/>
                <a:gd name="T39" fmla="*/ 81 h 86"/>
                <a:gd name="T40" fmla="*/ 16 w 157"/>
                <a:gd name="T41" fmla="*/ 86 h 86"/>
                <a:gd name="T42" fmla="*/ 11 w 157"/>
                <a:gd name="T43" fmla="*/ 86 h 86"/>
                <a:gd name="T44" fmla="*/ 0 w 157"/>
                <a:gd name="T45" fmla="*/ 85 h 86"/>
                <a:gd name="T46" fmla="*/ 1 w 157"/>
                <a:gd name="T47" fmla="*/ 39 h 86"/>
                <a:gd name="T48" fmla="*/ 0 w 157"/>
                <a:gd name="T49" fmla="*/ 0 h 86"/>
                <a:gd name="T50" fmla="*/ 9 w 157"/>
                <a:gd name="T51" fmla="*/ 0 h 86"/>
                <a:gd name="T52" fmla="*/ 15 w 157"/>
                <a:gd name="T53" fmla="*/ 0 h 86"/>
                <a:gd name="T54" fmla="*/ 16 w 157"/>
                <a:gd name="T55" fmla="*/ 13 h 86"/>
                <a:gd name="T56" fmla="*/ 16 w 157"/>
                <a:gd name="T57" fmla="*/ 28 h 86"/>
                <a:gd name="T58" fmla="*/ 16 w 157"/>
                <a:gd name="T59" fmla="*/ 59 h 86"/>
                <a:gd name="T60" fmla="*/ 65 w 157"/>
                <a:gd name="T61" fmla="*/ 20 h 86"/>
                <a:gd name="T62" fmla="*/ 65 w 157"/>
                <a:gd name="T63" fmla="*/ 20 h 86"/>
                <a:gd name="T64" fmla="*/ 67 w 157"/>
                <a:gd name="T65" fmla="*/ 44 h 86"/>
                <a:gd name="T66" fmla="*/ 69 w 157"/>
                <a:gd name="T67" fmla="*/ 86 h 86"/>
                <a:gd name="T68" fmla="*/ 34 w 157"/>
                <a:gd name="T69" fmla="*/ 86 h 86"/>
                <a:gd name="T70" fmla="*/ 22 w 157"/>
                <a:gd name="T71" fmla="*/ 86 h 86"/>
                <a:gd name="T72" fmla="*/ 23 w 157"/>
                <a:gd name="T73" fmla="*/ 79 h 86"/>
                <a:gd name="T74" fmla="*/ 22 w 157"/>
                <a:gd name="T75" fmla="*/ 56 h 86"/>
                <a:gd name="T76" fmla="*/ 22 w 157"/>
                <a:gd name="T77" fmla="*/ 28 h 86"/>
                <a:gd name="T78" fmla="*/ 21 w 157"/>
                <a:gd name="T79" fmla="*/ 14 h 86"/>
                <a:gd name="T80" fmla="*/ 18 w 157"/>
                <a:gd name="T81" fmla="*/ 1 h 86"/>
                <a:gd name="T82" fmla="*/ 30 w 157"/>
                <a:gd name="T83" fmla="*/ 3 h 86"/>
                <a:gd name="T84" fmla="*/ 66 w 157"/>
                <a:gd name="T85" fmla="*/ 4 h 86"/>
                <a:gd name="T86" fmla="*/ 65 w 157"/>
                <a:gd name="T87" fmla="*/ 20 h 86"/>
                <a:gd name="T88" fmla="*/ 109 w 157"/>
                <a:gd name="T89" fmla="*/ 82 h 86"/>
                <a:gd name="T90" fmla="*/ 109 w 157"/>
                <a:gd name="T91" fmla="*/ 82 h 86"/>
                <a:gd name="T92" fmla="*/ 79 w 157"/>
                <a:gd name="T93" fmla="*/ 86 h 86"/>
                <a:gd name="T94" fmla="*/ 76 w 157"/>
                <a:gd name="T95" fmla="*/ 86 h 86"/>
                <a:gd name="T96" fmla="*/ 75 w 157"/>
                <a:gd name="T97" fmla="*/ 45 h 86"/>
                <a:gd name="T98" fmla="*/ 71 w 157"/>
                <a:gd name="T99" fmla="*/ 4 h 86"/>
                <a:gd name="T100" fmla="*/ 71 w 157"/>
                <a:gd name="T101" fmla="*/ 4 h 86"/>
                <a:gd name="T102" fmla="*/ 81 w 157"/>
                <a:gd name="T103" fmla="*/ 2 h 86"/>
                <a:gd name="T104" fmla="*/ 91 w 157"/>
                <a:gd name="T105" fmla="*/ 3 h 86"/>
                <a:gd name="T106" fmla="*/ 113 w 157"/>
                <a:gd name="T107" fmla="*/ 3 h 86"/>
                <a:gd name="T108" fmla="*/ 112 w 157"/>
                <a:gd name="T109" fmla="*/ 19 h 86"/>
                <a:gd name="T110" fmla="*/ 111 w 157"/>
                <a:gd name="T111" fmla="*/ 42 h 86"/>
                <a:gd name="T112" fmla="*/ 109 w 157"/>
                <a:gd name="T113" fmla="*/ 8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57" h="86">
                  <a:moveTo>
                    <a:pt x="118" y="3"/>
                  </a:moveTo>
                  <a:cubicBezTo>
                    <a:pt x="118" y="3"/>
                    <a:pt x="118" y="3"/>
                    <a:pt x="118" y="3"/>
                  </a:cubicBezTo>
                  <a:cubicBezTo>
                    <a:pt x="124" y="3"/>
                    <a:pt x="130" y="3"/>
                    <a:pt x="136" y="3"/>
                  </a:cubicBezTo>
                  <a:cubicBezTo>
                    <a:pt x="142" y="3"/>
                    <a:pt x="148" y="3"/>
                    <a:pt x="155" y="2"/>
                  </a:cubicBezTo>
                  <a:cubicBezTo>
                    <a:pt x="155" y="4"/>
                    <a:pt x="155" y="5"/>
                    <a:pt x="155" y="6"/>
                  </a:cubicBezTo>
                  <a:cubicBezTo>
                    <a:pt x="155" y="10"/>
                    <a:pt x="156" y="14"/>
                    <a:pt x="156" y="18"/>
                  </a:cubicBezTo>
                  <a:cubicBezTo>
                    <a:pt x="156" y="26"/>
                    <a:pt x="157" y="34"/>
                    <a:pt x="157" y="42"/>
                  </a:cubicBezTo>
                  <a:cubicBezTo>
                    <a:pt x="157" y="50"/>
                    <a:pt x="156" y="57"/>
                    <a:pt x="156" y="65"/>
                  </a:cubicBezTo>
                  <a:cubicBezTo>
                    <a:pt x="156" y="68"/>
                    <a:pt x="156" y="71"/>
                    <a:pt x="157" y="74"/>
                  </a:cubicBezTo>
                  <a:cubicBezTo>
                    <a:pt x="157" y="76"/>
                    <a:pt x="157" y="78"/>
                    <a:pt x="156" y="79"/>
                  </a:cubicBezTo>
                  <a:cubicBezTo>
                    <a:pt x="154" y="79"/>
                    <a:pt x="151" y="80"/>
                    <a:pt x="149" y="80"/>
                  </a:cubicBezTo>
                  <a:cubicBezTo>
                    <a:pt x="141" y="80"/>
                    <a:pt x="133" y="80"/>
                    <a:pt x="126" y="81"/>
                  </a:cubicBezTo>
                  <a:cubicBezTo>
                    <a:pt x="122" y="81"/>
                    <a:pt x="119" y="81"/>
                    <a:pt x="116" y="82"/>
                  </a:cubicBezTo>
                  <a:cubicBezTo>
                    <a:pt x="116" y="76"/>
                    <a:pt x="116" y="70"/>
                    <a:pt x="116" y="64"/>
                  </a:cubicBezTo>
                  <a:cubicBezTo>
                    <a:pt x="116" y="57"/>
                    <a:pt x="117" y="49"/>
                    <a:pt x="117" y="42"/>
                  </a:cubicBezTo>
                  <a:cubicBezTo>
                    <a:pt x="118" y="34"/>
                    <a:pt x="118" y="27"/>
                    <a:pt x="118" y="20"/>
                  </a:cubicBezTo>
                  <a:cubicBezTo>
                    <a:pt x="118" y="14"/>
                    <a:pt x="119" y="8"/>
                    <a:pt x="118" y="3"/>
                  </a:cubicBezTo>
                  <a:close/>
                  <a:moveTo>
                    <a:pt x="16" y="59"/>
                  </a:moveTo>
                  <a:cubicBezTo>
                    <a:pt x="16" y="59"/>
                    <a:pt x="16" y="59"/>
                    <a:pt x="16" y="59"/>
                  </a:cubicBezTo>
                  <a:cubicBezTo>
                    <a:pt x="17" y="66"/>
                    <a:pt x="17" y="73"/>
                    <a:pt x="17" y="81"/>
                  </a:cubicBezTo>
                  <a:cubicBezTo>
                    <a:pt x="16" y="82"/>
                    <a:pt x="16" y="84"/>
                    <a:pt x="16" y="86"/>
                  </a:cubicBezTo>
                  <a:cubicBezTo>
                    <a:pt x="14" y="86"/>
                    <a:pt x="12" y="86"/>
                    <a:pt x="11" y="86"/>
                  </a:cubicBezTo>
                  <a:cubicBezTo>
                    <a:pt x="7" y="85"/>
                    <a:pt x="3" y="85"/>
                    <a:pt x="0" y="85"/>
                  </a:cubicBezTo>
                  <a:cubicBezTo>
                    <a:pt x="2" y="70"/>
                    <a:pt x="2" y="54"/>
                    <a:pt x="1" y="39"/>
                  </a:cubicBezTo>
                  <a:cubicBezTo>
                    <a:pt x="0" y="26"/>
                    <a:pt x="0" y="13"/>
                    <a:pt x="0" y="0"/>
                  </a:cubicBezTo>
                  <a:cubicBezTo>
                    <a:pt x="3" y="0"/>
                    <a:pt x="6" y="0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5" y="4"/>
                    <a:pt x="15" y="8"/>
                    <a:pt x="16" y="13"/>
                  </a:cubicBezTo>
                  <a:cubicBezTo>
                    <a:pt x="16" y="18"/>
                    <a:pt x="16" y="23"/>
                    <a:pt x="16" y="28"/>
                  </a:cubicBezTo>
                  <a:cubicBezTo>
                    <a:pt x="16" y="38"/>
                    <a:pt x="16" y="48"/>
                    <a:pt x="16" y="59"/>
                  </a:cubicBezTo>
                  <a:close/>
                  <a:moveTo>
                    <a:pt x="65" y="20"/>
                  </a:moveTo>
                  <a:cubicBezTo>
                    <a:pt x="65" y="20"/>
                    <a:pt x="65" y="20"/>
                    <a:pt x="65" y="20"/>
                  </a:cubicBezTo>
                  <a:cubicBezTo>
                    <a:pt x="65" y="28"/>
                    <a:pt x="66" y="36"/>
                    <a:pt x="67" y="44"/>
                  </a:cubicBezTo>
                  <a:cubicBezTo>
                    <a:pt x="68" y="58"/>
                    <a:pt x="68" y="72"/>
                    <a:pt x="69" y="86"/>
                  </a:cubicBezTo>
                  <a:cubicBezTo>
                    <a:pt x="57" y="86"/>
                    <a:pt x="46" y="86"/>
                    <a:pt x="34" y="86"/>
                  </a:cubicBezTo>
                  <a:cubicBezTo>
                    <a:pt x="30" y="86"/>
                    <a:pt x="26" y="86"/>
                    <a:pt x="22" y="86"/>
                  </a:cubicBezTo>
                  <a:cubicBezTo>
                    <a:pt x="23" y="83"/>
                    <a:pt x="23" y="81"/>
                    <a:pt x="23" y="79"/>
                  </a:cubicBezTo>
                  <a:cubicBezTo>
                    <a:pt x="24" y="71"/>
                    <a:pt x="23" y="64"/>
                    <a:pt x="22" y="56"/>
                  </a:cubicBezTo>
                  <a:cubicBezTo>
                    <a:pt x="22" y="47"/>
                    <a:pt x="22" y="37"/>
                    <a:pt x="22" y="28"/>
                  </a:cubicBezTo>
                  <a:cubicBezTo>
                    <a:pt x="21" y="23"/>
                    <a:pt x="21" y="18"/>
                    <a:pt x="21" y="14"/>
                  </a:cubicBezTo>
                  <a:cubicBezTo>
                    <a:pt x="20" y="9"/>
                    <a:pt x="19" y="5"/>
                    <a:pt x="18" y="1"/>
                  </a:cubicBezTo>
                  <a:cubicBezTo>
                    <a:pt x="22" y="1"/>
                    <a:pt x="26" y="2"/>
                    <a:pt x="30" y="3"/>
                  </a:cubicBezTo>
                  <a:cubicBezTo>
                    <a:pt x="41" y="5"/>
                    <a:pt x="54" y="5"/>
                    <a:pt x="66" y="4"/>
                  </a:cubicBezTo>
                  <a:cubicBezTo>
                    <a:pt x="65" y="10"/>
                    <a:pt x="65" y="15"/>
                    <a:pt x="65" y="20"/>
                  </a:cubicBezTo>
                  <a:close/>
                  <a:moveTo>
                    <a:pt x="109" y="82"/>
                  </a:moveTo>
                  <a:cubicBezTo>
                    <a:pt x="109" y="82"/>
                    <a:pt x="109" y="82"/>
                    <a:pt x="109" y="82"/>
                  </a:cubicBezTo>
                  <a:cubicBezTo>
                    <a:pt x="99" y="84"/>
                    <a:pt x="89" y="85"/>
                    <a:pt x="79" y="86"/>
                  </a:cubicBezTo>
                  <a:cubicBezTo>
                    <a:pt x="78" y="86"/>
                    <a:pt x="77" y="86"/>
                    <a:pt x="76" y="86"/>
                  </a:cubicBezTo>
                  <a:cubicBezTo>
                    <a:pt x="76" y="72"/>
                    <a:pt x="76" y="59"/>
                    <a:pt x="75" y="45"/>
                  </a:cubicBezTo>
                  <a:cubicBezTo>
                    <a:pt x="73" y="31"/>
                    <a:pt x="72" y="17"/>
                    <a:pt x="71" y="4"/>
                  </a:cubicBezTo>
                  <a:cubicBezTo>
                    <a:pt x="71" y="4"/>
                    <a:pt x="71" y="4"/>
                    <a:pt x="71" y="4"/>
                  </a:cubicBezTo>
                  <a:cubicBezTo>
                    <a:pt x="74" y="3"/>
                    <a:pt x="77" y="2"/>
                    <a:pt x="81" y="2"/>
                  </a:cubicBezTo>
                  <a:cubicBezTo>
                    <a:pt x="84" y="2"/>
                    <a:pt x="88" y="2"/>
                    <a:pt x="91" y="3"/>
                  </a:cubicBezTo>
                  <a:cubicBezTo>
                    <a:pt x="99" y="3"/>
                    <a:pt x="106" y="3"/>
                    <a:pt x="113" y="3"/>
                  </a:cubicBezTo>
                  <a:cubicBezTo>
                    <a:pt x="112" y="8"/>
                    <a:pt x="112" y="13"/>
                    <a:pt x="112" y="19"/>
                  </a:cubicBezTo>
                  <a:cubicBezTo>
                    <a:pt x="112" y="26"/>
                    <a:pt x="111" y="34"/>
                    <a:pt x="111" y="42"/>
                  </a:cubicBezTo>
                  <a:cubicBezTo>
                    <a:pt x="111" y="55"/>
                    <a:pt x="109" y="69"/>
                    <a:pt x="109" y="8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46" name="ïśḷiḓé">
              <a:extLst>
                <a:ext uri="{FF2B5EF4-FFF2-40B4-BE49-F238E27FC236}">
                  <a16:creationId xmlns:a16="http://schemas.microsoft.com/office/drawing/2014/main" id="{36D57C02-0355-4460-B8E2-2F052356E623}"/>
                </a:ext>
              </a:extLst>
            </p:cNvPr>
            <p:cNvSpPr/>
            <p:nvPr/>
          </p:nvSpPr>
          <p:spPr bwMode="auto">
            <a:xfrm>
              <a:off x="5000353" y="4292645"/>
              <a:ext cx="50814" cy="599590"/>
            </a:xfrm>
            <a:custGeom>
              <a:avLst/>
              <a:gdLst>
                <a:gd name="T0" fmla="*/ 5 w 7"/>
                <a:gd name="T1" fmla="*/ 0 h 85"/>
                <a:gd name="T2" fmla="*/ 7 w 7"/>
                <a:gd name="T3" fmla="*/ 85 h 85"/>
                <a:gd name="T4" fmla="*/ 0 w 7"/>
                <a:gd name="T5" fmla="*/ 85 h 85"/>
                <a:gd name="T6" fmla="*/ 1 w 7"/>
                <a:gd name="T7" fmla="*/ 39 h 85"/>
                <a:gd name="T8" fmla="*/ 0 w 7"/>
                <a:gd name="T9" fmla="*/ 0 h 85"/>
                <a:gd name="T10" fmla="*/ 5 w 7"/>
                <a:gd name="T11" fmla="*/ 0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" h="85">
                  <a:moveTo>
                    <a:pt x="5" y="0"/>
                  </a:moveTo>
                  <a:cubicBezTo>
                    <a:pt x="6" y="31"/>
                    <a:pt x="6" y="62"/>
                    <a:pt x="7" y="85"/>
                  </a:cubicBezTo>
                  <a:cubicBezTo>
                    <a:pt x="4" y="85"/>
                    <a:pt x="2" y="85"/>
                    <a:pt x="0" y="85"/>
                  </a:cubicBezTo>
                  <a:cubicBezTo>
                    <a:pt x="2" y="70"/>
                    <a:pt x="2" y="54"/>
                    <a:pt x="1" y="39"/>
                  </a:cubicBezTo>
                  <a:cubicBezTo>
                    <a:pt x="0" y="26"/>
                    <a:pt x="0" y="13"/>
                    <a:pt x="0" y="0"/>
                  </a:cubicBezTo>
                  <a:cubicBezTo>
                    <a:pt x="2" y="0"/>
                    <a:pt x="4" y="0"/>
                    <a:pt x="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47" name="ïşḷîde">
              <a:extLst>
                <a:ext uri="{FF2B5EF4-FFF2-40B4-BE49-F238E27FC236}">
                  <a16:creationId xmlns:a16="http://schemas.microsoft.com/office/drawing/2014/main" id="{201303E6-8784-4BC9-86C5-181387ADA341}"/>
                </a:ext>
              </a:extLst>
            </p:cNvPr>
            <p:cNvSpPr/>
            <p:nvPr/>
          </p:nvSpPr>
          <p:spPr bwMode="auto">
            <a:xfrm>
              <a:off x="4261876" y="5291959"/>
              <a:ext cx="3590759" cy="457315"/>
            </a:xfrm>
            <a:custGeom>
              <a:avLst/>
              <a:gdLst>
                <a:gd name="T0" fmla="*/ 386 w 510"/>
                <a:gd name="T1" fmla="*/ 6 h 65"/>
                <a:gd name="T2" fmla="*/ 386 w 510"/>
                <a:gd name="T3" fmla="*/ 6 h 65"/>
                <a:gd name="T4" fmla="*/ 410 w 510"/>
                <a:gd name="T5" fmla="*/ 6 h 65"/>
                <a:gd name="T6" fmla="*/ 435 w 510"/>
                <a:gd name="T7" fmla="*/ 6 h 65"/>
                <a:gd name="T8" fmla="*/ 460 w 510"/>
                <a:gd name="T9" fmla="*/ 3 h 65"/>
                <a:gd name="T10" fmla="*/ 483 w 510"/>
                <a:gd name="T11" fmla="*/ 0 h 65"/>
                <a:gd name="T12" fmla="*/ 486 w 510"/>
                <a:gd name="T13" fmla="*/ 1 h 65"/>
                <a:gd name="T14" fmla="*/ 499 w 510"/>
                <a:gd name="T15" fmla="*/ 8 h 65"/>
                <a:gd name="T16" fmla="*/ 510 w 510"/>
                <a:gd name="T17" fmla="*/ 33 h 65"/>
                <a:gd name="T18" fmla="*/ 496 w 510"/>
                <a:gd name="T19" fmla="*/ 53 h 65"/>
                <a:gd name="T20" fmla="*/ 477 w 510"/>
                <a:gd name="T21" fmla="*/ 55 h 65"/>
                <a:gd name="T22" fmla="*/ 462 w 510"/>
                <a:gd name="T23" fmla="*/ 58 h 65"/>
                <a:gd name="T24" fmla="*/ 447 w 510"/>
                <a:gd name="T25" fmla="*/ 57 h 65"/>
                <a:gd name="T26" fmla="*/ 414 w 510"/>
                <a:gd name="T27" fmla="*/ 57 h 65"/>
                <a:gd name="T28" fmla="*/ 347 w 510"/>
                <a:gd name="T29" fmla="*/ 58 h 65"/>
                <a:gd name="T30" fmla="*/ 314 w 510"/>
                <a:gd name="T31" fmla="*/ 56 h 65"/>
                <a:gd name="T32" fmla="*/ 280 w 510"/>
                <a:gd name="T33" fmla="*/ 59 h 65"/>
                <a:gd name="T34" fmla="*/ 213 w 510"/>
                <a:gd name="T35" fmla="*/ 64 h 65"/>
                <a:gd name="T36" fmla="*/ 154 w 510"/>
                <a:gd name="T37" fmla="*/ 63 h 65"/>
                <a:gd name="T38" fmla="*/ 124 w 510"/>
                <a:gd name="T39" fmla="*/ 62 h 65"/>
                <a:gd name="T40" fmla="*/ 94 w 510"/>
                <a:gd name="T41" fmla="*/ 64 h 65"/>
                <a:gd name="T42" fmla="*/ 81 w 510"/>
                <a:gd name="T43" fmla="*/ 65 h 65"/>
                <a:gd name="T44" fmla="*/ 36 w 510"/>
                <a:gd name="T45" fmla="*/ 61 h 65"/>
                <a:gd name="T46" fmla="*/ 4 w 510"/>
                <a:gd name="T47" fmla="*/ 43 h 65"/>
                <a:gd name="T48" fmla="*/ 21 w 510"/>
                <a:gd name="T49" fmla="*/ 10 h 65"/>
                <a:gd name="T50" fmla="*/ 44 w 510"/>
                <a:gd name="T51" fmla="*/ 9 h 65"/>
                <a:gd name="T52" fmla="*/ 64 w 510"/>
                <a:gd name="T53" fmla="*/ 8 h 65"/>
                <a:gd name="T54" fmla="*/ 86 w 510"/>
                <a:gd name="T55" fmla="*/ 9 h 65"/>
                <a:gd name="T56" fmla="*/ 118 w 510"/>
                <a:gd name="T57" fmla="*/ 9 h 65"/>
                <a:gd name="T58" fmla="*/ 151 w 510"/>
                <a:gd name="T59" fmla="*/ 7 h 65"/>
                <a:gd name="T60" fmla="*/ 219 w 510"/>
                <a:gd name="T61" fmla="*/ 6 h 65"/>
                <a:gd name="T62" fmla="*/ 286 w 510"/>
                <a:gd name="T63" fmla="*/ 6 h 65"/>
                <a:gd name="T64" fmla="*/ 335 w 510"/>
                <a:gd name="T65" fmla="*/ 6 h 65"/>
                <a:gd name="T66" fmla="*/ 386 w 510"/>
                <a:gd name="T67" fmla="*/ 6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10" h="65">
                  <a:moveTo>
                    <a:pt x="386" y="6"/>
                  </a:moveTo>
                  <a:cubicBezTo>
                    <a:pt x="386" y="6"/>
                    <a:pt x="386" y="6"/>
                    <a:pt x="386" y="6"/>
                  </a:cubicBezTo>
                  <a:cubicBezTo>
                    <a:pt x="394" y="6"/>
                    <a:pt x="402" y="6"/>
                    <a:pt x="410" y="6"/>
                  </a:cubicBezTo>
                  <a:cubicBezTo>
                    <a:pt x="419" y="6"/>
                    <a:pt x="427" y="6"/>
                    <a:pt x="435" y="6"/>
                  </a:cubicBezTo>
                  <a:cubicBezTo>
                    <a:pt x="444" y="5"/>
                    <a:pt x="452" y="4"/>
                    <a:pt x="460" y="3"/>
                  </a:cubicBezTo>
                  <a:cubicBezTo>
                    <a:pt x="468" y="1"/>
                    <a:pt x="475" y="0"/>
                    <a:pt x="483" y="0"/>
                  </a:cubicBezTo>
                  <a:cubicBezTo>
                    <a:pt x="484" y="0"/>
                    <a:pt x="485" y="1"/>
                    <a:pt x="486" y="1"/>
                  </a:cubicBezTo>
                  <a:cubicBezTo>
                    <a:pt x="490" y="3"/>
                    <a:pt x="495" y="5"/>
                    <a:pt x="499" y="8"/>
                  </a:cubicBezTo>
                  <a:cubicBezTo>
                    <a:pt x="507" y="15"/>
                    <a:pt x="510" y="24"/>
                    <a:pt x="510" y="33"/>
                  </a:cubicBezTo>
                  <a:cubicBezTo>
                    <a:pt x="509" y="41"/>
                    <a:pt x="504" y="49"/>
                    <a:pt x="496" y="53"/>
                  </a:cubicBezTo>
                  <a:cubicBezTo>
                    <a:pt x="491" y="55"/>
                    <a:pt x="483" y="55"/>
                    <a:pt x="477" y="55"/>
                  </a:cubicBezTo>
                  <a:cubicBezTo>
                    <a:pt x="472" y="56"/>
                    <a:pt x="467" y="56"/>
                    <a:pt x="462" y="58"/>
                  </a:cubicBezTo>
                  <a:cubicBezTo>
                    <a:pt x="457" y="57"/>
                    <a:pt x="452" y="57"/>
                    <a:pt x="447" y="57"/>
                  </a:cubicBezTo>
                  <a:cubicBezTo>
                    <a:pt x="436" y="57"/>
                    <a:pt x="425" y="57"/>
                    <a:pt x="414" y="57"/>
                  </a:cubicBezTo>
                  <a:cubicBezTo>
                    <a:pt x="391" y="58"/>
                    <a:pt x="369" y="59"/>
                    <a:pt x="347" y="58"/>
                  </a:cubicBezTo>
                  <a:cubicBezTo>
                    <a:pt x="336" y="57"/>
                    <a:pt x="325" y="56"/>
                    <a:pt x="314" y="56"/>
                  </a:cubicBezTo>
                  <a:cubicBezTo>
                    <a:pt x="302" y="56"/>
                    <a:pt x="291" y="58"/>
                    <a:pt x="280" y="59"/>
                  </a:cubicBezTo>
                  <a:cubicBezTo>
                    <a:pt x="258" y="61"/>
                    <a:pt x="235" y="63"/>
                    <a:pt x="213" y="64"/>
                  </a:cubicBezTo>
                  <a:cubicBezTo>
                    <a:pt x="193" y="64"/>
                    <a:pt x="173" y="64"/>
                    <a:pt x="154" y="63"/>
                  </a:cubicBezTo>
                  <a:cubicBezTo>
                    <a:pt x="144" y="63"/>
                    <a:pt x="134" y="62"/>
                    <a:pt x="124" y="62"/>
                  </a:cubicBezTo>
                  <a:cubicBezTo>
                    <a:pt x="114" y="62"/>
                    <a:pt x="104" y="63"/>
                    <a:pt x="94" y="64"/>
                  </a:cubicBezTo>
                  <a:cubicBezTo>
                    <a:pt x="90" y="64"/>
                    <a:pt x="85" y="65"/>
                    <a:pt x="81" y="65"/>
                  </a:cubicBezTo>
                  <a:cubicBezTo>
                    <a:pt x="66" y="62"/>
                    <a:pt x="51" y="63"/>
                    <a:pt x="36" y="61"/>
                  </a:cubicBezTo>
                  <a:cubicBezTo>
                    <a:pt x="24" y="59"/>
                    <a:pt x="9" y="55"/>
                    <a:pt x="4" y="43"/>
                  </a:cubicBezTo>
                  <a:cubicBezTo>
                    <a:pt x="0" y="30"/>
                    <a:pt x="8" y="14"/>
                    <a:pt x="21" y="10"/>
                  </a:cubicBezTo>
                  <a:cubicBezTo>
                    <a:pt x="28" y="8"/>
                    <a:pt x="36" y="9"/>
                    <a:pt x="44" y="9"/>
                  </a:cubicBezTo>
                  <a:cubicBezTo>
                    <a:pt x="50" y="9"/>
                    <a:pt x="58" y="10"/>
                    <a:pt x="64" y="8"/>
                  </a:cubicBezTo>
                  <a:cubicBezTo>
                    <a:pt x="71" y="9"/>
                    <a:pt x="78" y="9"/>
                    <a:pt x="86" y="9"/>
                  </a:cubicBezTo>
                  <a:cubicBezTo>
                    <a:pt x="97" y="9"/>
                    <a:pt x="107" y="9"/>
                    <a:pt x="118" y="9"/>
                  </a:cubicBezTo>
                  <a:cubicBezTo>
                    <a:pt x="129" y="9"/>
                    <a:pt x="140" y="8"/>
                    <a:pt x="151" y="7"/>
                  </a:cubicBezTo>
                  <a:cubicBezTo>
                    <a:pt x="174" y="5"/>
                    <a:pt x="196" y="6"/>
                    <a:pt x="219" y="6"/>
                  </a:cubicBezTo>
                  <a:cubicBezTo>
                    <a:pt x="241" y="6"/>
                    <a:pt x="263" y="7"/>
                    <a:pt x="286" y="6"/>
                  </a:cubicBezTo>
                  <a:cubicBezTo>
                    <a:pt x="302" y="6"/>
                    <a:pt x="319" y="6"/>
                    <a:pt x="335" y="6"/>
                  </a:cubicBezTo>
                  <a:cubicBezTo>
                    <a:pt x="352" y="6"/>
                    <a:pt x="369" y="6"/>
                    <a:pt x="386" y="6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48" name="íŝḻíḍè">
              <a:extLst>
                <a:ext uri="{FF2B5EF4-FFF2-40B4-BE49-F238E27FC236}">
                  <a16:creationId xmlns:a16="http://schemas.microsoft.com/office/drawing/2014/main" id="{95988D4D-7A2B-432C-B8A7-AD8C8A74FA9A}"/>
                </a:ext>
              </a:extLst>
            </p:cNvPr>
            <p:cNvSpPr/>
            <p:nvPr/>
          </p:nvSpPr>
          <p:spPr bwMode="auto">
            <a:xfrm>
              <a:off x="4908889" y="5291959"/>
              <a:ext cx="2943746" cy="450540"/>
            </a:xfrm>
            <a:custGeom>
              <a:avLst/>
              <a:gdLst>
                <a:gd name="T0" fmla="*/ 294 w 418"/>
                <a:gd name="T1" fmla="*/ 6 h 64"/>
                <a:gd name="T2" fmla="*/ 294 w 418"/>
                <a:gd name="T3" fmla="*/ 6 h 64"/>
                <a:gd name="T4" fmla="*/ 318 w 418"/>
                <a:gd name="T5" fmla="*/ 6 h 64"/>
                <a:gd name="T6" fmla="*/ 343 w 418"/>
                <a:gd name="T7" fmla="*/ 6 h 64"/>
                <a:gd name="T8" fmla="*/ 368 w 418"/>
                <a:gd name="T9" fmla="*/ 3 h 64"/>
                <a:gd name="T10" fmla="*/ 391 w 418"/>
                <a:gd name="T11" fmla="*/ 0 h 64"/>
                <a:gd name="T12" fmla="*/ 394 w 418"/>
                <a:gd name="T13" fmla="*/ 1 h 64"/>
                <a:gd name="T14" fmla="*/ 407 w 418"/>
                <a:gd name="T15" fmla="*/ 8 h 64"/>
                <a:gd name="T16" fmla="*/ 418 w 418"/>
                <a:gd name="T17" fmla="*/ 33 h 64"/>
                <a:gd name="T18" fmla="*/ 404 w 418"/>
                <a:gd name="T19" fmla="*/ 53 h 64"/>
                <a:gd name="T20" fmla="*/ 385 w 418"/>
                <a:gd name="T21" fmla="*/ 55 h 64"/>
                <a:gd name="T22" fmla="*/ 370 w 418"/>
                <a:gd name="T23" fmla="*/ 58 h 64"/>
                <a:gd name="T24" fmla="*/ 355 w 418"/>
                <a:gd name="T25" fmla="*/ 57 h 64"/>
                <a:gd name="T26" fmla="*/ 322 w 418"/>
                <a:gd name="T27" fmla="*/ 57 h 64"/>
                <a:gd name="T28" fmla="*/ 255 w 418"/>
                <a:gd name="T29" fmla="*/ 58 h 64"/>
                <a:gd name="T30" fmla="*/ 222 w 418"/>
                <a:gd name="T31" fmla="*/ 56 h 64"/>
                <a:gd name="T32" fmla="*/ 188 w 418"/>
                <a:gd name="T33" fmla="*/ 59 h 64"/>
                <a:gd name="T34" fmla="*/ 121 w 418"/>
                <a:gd name="T35" fmla="*/ 64 h 64"/>
                <a:gd name="T36" fmla="*/ 62 w 418"/>
                <a:gd name="T37" fmla="*/ 63 h 64"/>
                <a:gd name="T38" fmla="*/ 32 w 418"/>
                <a:gd name="T39" fmla="*/ 62 h 64"/>
                <a:gd name="T40" fmla="*/ 27 w 418"/>
                <a:gd name="T41" fmla="*/ 62 h 64"/>
                <a:gd name="T42" fmla="*/ 243 w 418"/>
                <a:gd name="T43" fmla="*/ 6 h 64"/>
                <a:gd name="T44" fmla="*/ 294 w 418"/>
                <a:gd name="T45" fmla="*/ 6 h 64"/>
                <a:gd name="T46" fmla="*/ 17 w 418"/>
                <a:gd name="T47" fmla="*/ 63 h 64"/>
                <a:gd name="T48" fmla="*/ 2 w 418"/>
                <a:gd name="T49" fmla="*/ 64 h 64"/>
                <a:gd name="T50" fmla="*/ 0 w 418"/>
                <a:gd name="T51" fmla="*/ 64 h 64"/>
                <a:gd name="T52" fmla="*/ 17 w 418"/>
                <a:gd name="T53" fmla="*/ 63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418" h="64">
                  <a:moveTo>
                    <a:pt x="294" y="6"/>
                  </a:moveTo>
                  <a:cubicBezTo>
                    <a:pt x="294" y="6"/>
                    <a:pt x="294" y="6"/>
                    <a:pt x="294" y="6"/>
                  </a:cubicBezTo>
                  <a:cubicBezTo>
                    <a:pt x="302" y="6"/>
                    <a:pt x="310" y="6"/>
                    <a:pt x="318" y="6"/>
                  </a:cubicBezTo>
                  <a:cubicBezTo>
                    <a:pt x="327" y="6"/>
                    <a:pt x="335" y="6"/>
                    <a:pt x="343" y="6"/>
                  </a:cubicBezTo>
                  <a:cubicBezTo>
                    <a:pt x="352" y="5"/>
                    <a:pt x="360" y="4"/>
                    <a:pt x="368" y="3"/>
                  </a:cubicBezTo>
                  <a:cubicBezTo>
                    <a:pt x="376" y="1"/>
                    <a:pt x="383" y="0"/>
                    <a:pt x="391" y="0"/>
                  </a:cubicBezTo>
                  <a:cubicBezTo>
                    <a:pt x="392" y="0"/>
                    <a:pt x="393" y="1"/>
                    <a:pt x="394" y="1"/>
                  </a:cubicBezTo>
                  <a:cubicBezTo>
                    <a:pt x="398" y="3"/>
                    <a:pt x="403" y="5"/>
                    <a:pt x="407" y="8"/>
                  </a:cubicBezTo>
                  <a:cubicBezTo>
                    <a:pt x="415" y="15"/>
                    <a:pt x="418" y="24"/>
                    <a:pt x="418" y="33"/>
                  </a:cubicBezTo>
                  <a:cubicBezTo>
                    <a:pt x="417" y="41"/>
                    <a:pt x="412" y="49"/>
                    <a:pt x="404" y="53"/>
                  </a:cubicBezTo>
                  <a:cubicBezTo>
                    <a:pt x="399" y="55"/>
                    <a:pt x="391" y="55"/>
                    <a:pt x="385" y="55"/>
                  </a:cubicBezTo>
                  <a:cubicBezTo>
                    <a:pt x="380" y="56"/>
                    <a:pt x="375" y="56"/>
                    <a:pt x="370" y="58"/>
                  </a:cubicBezTo>
                  <a:cubicBezTo>
                    <a:pt x="365" y="57"/>
                    <a:pt x="360" y="57"/>
                    <a:pt x="355" y="57"/>
                  </a:cubicBezTo>
                  <a:cubicBezTo>
                    <a:pt x="344" y="57"/>
                    <a:pt x="333" y="57"/>
                    <a:pt x="322" y="57"/>
                  </a:cubicBezTo>
                  <a:cubicBezTo>
                    <a:pt x="299" y="58"/>
                    <a:pt x="277" y="59"/>
                    <a:pt x="255" y="58"/>
                  </a:cubicBezTo>
                  <a:cubicBezTo>
                    <a:pt x="244" y="57"/>
                    <a:pt x="233" y="56"/>
                    <a:pt x="222" y="56"/>
                  </a:cubicBezTo>
                  <a:cubicBezTo>
                    <a:pt x="210" y="56"/>
                    <a:pt x="199" y="58"/>
                    <a:pt x="188" y="59"/>
                  </a:cubicBezTo>
                  <a:cubicBezTo>
                    <a:pt x="166" y="61"/>
                    <a:pt x="143" y="63"/>
                    <a:pt x="121" y="64"/>
                  </a:cubicBezTo>
                  <a:cubicBezTo>
                    <a:pt x="101" y="64"/>
                    <a:pt x="81" y="64"/>
                    <a:pt x="62" y="63"/>
                  </a:cubicBezTo>
                  <a:cubicBezTo>
                    <a:pt x="52" y="63"/>
                    <a:pt x="42" y="62"/>
                    <a:pt x="32" y="62"/>
                  </a:cubicBezTo>
                  <a:cubicBezTo>
                    <a:pt x="31" y="62"/>
                    <a:pt x="29" y="62"/>
                    <a:pt x="27" y="62"/>
                  </a:cubicBezTo>
                  <a:cubicBezTo>
                    <a:pt x="187" y="54"/>
                    <a:pt x="243" y="6"/>
                    <a:pt x="243" y="6"/>
                  </a:cubicBezTo>
                  <a:cubicBezTo>
                    <a:pt x="260" y="6"/>
                    <a:pt x="277" y="6"/>
                    <a:pt x="294" y="6"/>
                  </a:cubicBezTo>
                  <a:close/>
                  <a:moveTo>
                    <a:pt x="17" y="63"/>
                  </a:moveTo>
                  <a:cubicBezTo>
                    <a:pt x="12" y="63"/>
                    <a:pt x="7" y="64"/>
                    <a:pt x="2" y="64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5" y="63"/>
                    <a:pt x="11" y="63"/>
                    <a:pt x="17" y="6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49" name="í$líḓe">
              <a:extLst>
                <a:ext uri="{FF2B5EF4-FFF2-40B4-BE49-F238E27FC236}">
                  <a16:creationId xmlns:a16="http://schemas.microsoft.com/office/drawing/2014/main" id="{968F27F5-60A0-408C-809C-930550B98261}"/>
                </a:ext>
              </a:extLst>
            </p:cNvPr>
            <p:cNvSpPr/>
            <p:nvPr/>
          </p:nvSpPr>
          <p:spPr bwMode="auto">
            <a:xfrm>
              <a:off x="3784237" y="4482345"/>
              <a:ext cx="464090" cy="392951"/>
            </a:xfrm>
            <a:custGeom>
              <a:avLst/>
              <a:gdLst>
                <a:gd name="T0" fmla="*/ 64 w 66"/>
                <a:gd name="T1" fmla="*/ 39 h 56"/>
                <a:gd name="T2" fmla="*/ 64 w 66"/>
                <a:gd name="T3" fmla="*/ 39 h 56"/>
                <a:gd name="T4" fmla="*/ 61 w 66"/>
                <a:gd name="T5" fmla="*/ 51 h 56"/>
                <a:gd name="T6" fmla="*/ 58 w 66"/>
                <a:gd name="T7" fmla="*/ 56 h 56"/>
                <a:gd name="T8" fmla="*/ 50 w 66"/>
                <a:gd name="T9" fmla="*/ 55 h 56"/>
                <a:gd name="T10" fmla="*/ 49 w 66"/>
                <a:gd name="T11" fmla="*/ 54 h 56"/>
                <a:gd name="T12" fmla="*/ 50 w 66"/>
                <a:gd name="T13" fmla="*/ 54 h 56"/>
                <a:gd name="T14" fmla="*/ 52 w 66"/>
                <a:gd name="T15" fmla="*/ 49 h 56"/>
                <a:gd name="T16" fmla="*/ 59 w 66"/>
                <a:gd name="T17" fmla="*/ 31 h 56"/>
                <a:gd name="T18" fmla="*/ 48 w 66"/>
                <a:gd name="T19" fmla="*/ 14 h 56"/>
                <a:gd name="T20" fmla="*/ 28 w 66"/>
                <a:gd name="T21" fmla="*/ 12 h 56"/>
                <a:gd name="T22" fmla="*/ 13 w 66"/>
                <a:gd name="T23" fmla="*/ 27 h 56"/>
                <a:gd name="T24" fmla="*/ 9 w 66"/>
                <a:gd name="T25" fmla="*/ 37 h 56"/>
                <a:gd name="T26" fmla="*/ 7 w 66"/>
                <a:gd name="T27" fmla="*/ 42 h 56"/>
                <a:gd name="T28" fmla="*/ 6 w 66"/>
                <a:gd name="T29" fmla="*/ 44 h 56"/>
                <a:gd name="T30" fmla="*/ 3 w 66"/>
                <a:gd name="T31" fmla="*/ 45 h 56"/>
                <a:gd name="T32" fmla="*/ 1 w 66"/>
                <a:gd name="T33" fmla="*/ 44 h 56"/>
                <a:gd name="T34" fmla="*/ 1 w 66"/>
                <a:gd name="T35" fmla="*/ 44 h 56"/>
                <a:gd name="T36" fmla="*/ 1 w 66"/>
                <a:gd name="T37" fmla="*/ 43 h 56"/>
                <a:gd name="T38" fmla="*/ 0 w 66"/>
                <a:gd name="T39" fmla="*/ 43 h 56"/>
                <a:gd name="T40" fmla="*/ 0 w 66"/>
                <a:gd name="T41" fmla="*/ 43 h 56"/>
                <a:gd name="T42" fmla="*/ 0 w 66"/>
                <a:gd name="T43" fmla="*/ 41 h 56"/>
                <a:gd name="T44" fmla="*/ 0 w 66"/>
                <a:gd name="T45" fmla="*/ 39 h 56"/>
                <a:gd name="T46" fmla="*/ 0 w 66"/>
                <a:gd name="T47" fmla="*/ 39 h 56"/>
                <a:gd name="T48" fmla="*/ 0 w 66"/>
                <a:gd name="T49" fmla="*/ 37 h 56"/>
                <a:gd name="T50" fmla="*/ 2 w 66"/>
                <a:gd name="T51" fmla="*/ 33 h 56"/>
                <a:gd name="T52" fmla="*/ 4 w 66"/>
                <a:gd name="T53" fmla="*/ 26 h 56"/>
                <a:gd name="T54" fmla="*/ 10 w 66"/>
                <a:gd name="T55" fmla="*/ 11 h 56"/>
                <a:gd name="T56" fmla="*/ 12 w 66"/>
                <a:gd name="T57" fmla="*/ 8 h 56"/>
                <a:gd name="T58" fmla="*/ 12 w 66"/>
                <a:gd name="T59" fmla="*/ 7 h 56"/>
                <a:gd name="T60" fmla="*/ 19 w 66"/>
                <a:gd name="T61" fmla="*/ 2 h 56"/>
                <a:gd name="T62" fmla="*/ 28 w 66"/>
                <a:gd name="T63" fmla="*/ 1 h 56"/>
                <a:gd name="T64" fmla="*/ 47 w 66"/>
                <a:gd name="T65" fmla="*/ 4 h 56"/>
                <a:gd name="T66" fmla="*/ 64 w 66"/>
                <a:gd name="T67" fmla="*/ 39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6" h="56">
                  <a:moveTo>
                    <a:pt x="64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43"/>
                    <a:pt x="63" y="47"/>
                    <a:pt x="61" y="51"/>
                  </a:cubicBezTo>
                  <a:cubicBezTo>
                    <a:pt x="60" y="53"/>
                    <a:pt x="59" y="55"/>
                    <a:pt x="58" y="56"/>
                  </a:cubicBezTo>
                  <a:cubicBezTo>
                    <a:pt x="56" y="56"/>
                    <a:pt x="53" y="56"/>
                    <a:pt x="50" y="55"/>
                  </a:cubicBezTo>
                  <a:cubicBezTo>
                    <a:pt x="50" y="55"/>
                    <a:pt x="50" y="55"/>
                    <a:pt x="49" y="54"/>
                  </a:cubicBezTo>
                  <a:cubicBezTo>
                    <a:pt x="49" y="54"/>
                    <a:pt x="49" y="54"/>
                    <a:pt x="50" y="54"/>
                  </a:cubicBezTo>
                  <a:cubicBezTo>
                    <a:pt x="50" y="52"/>
                    <a:pt x="51" y="51"/>
                    <a:pt x="52" y="49"/>
                  </a:cubicBezTo>
                  <a:cubicBezTo>
                    <a:pt x="55" y="44"/>
                    <a:pt x="58" y="38"/>
                    <a:pt x="59" y="31"/>
                  </a:cubicBezTo>
                  <a:cubicBezTo>
                    <a:pt x="60" y="24"/>
                    <a:pt x="54" y="18"/>
                    <a:pt x="48" y="14"/>
                  </a:cubicBezTo>
                  <a:cubicBezTo>
                    <a:pt x="42" y="10"/>
                    <a:pt x="34" y="9"/>
                    <a:pt x="28" y="12"/>
                  </a:cubicBezTo>
                  <a:cubicBezTo>
                    <a:pt x="21" y="15"/>
                    <a:pt x="17" y="21"/>
                    <a:pt x="13" y="27"/>
                  </a:cubicBezTo>
                  <a:cubicBezTo>
                    <a:pt x="11" y="30"/>
                    <a:pt x="10" y="34"/>
                    <a:pt x="9" y="37"/>
                  </a:cubicBezTo>
                  <a:cubicBezTo>
                    <a:pt x="8" y="39"/>
                    <a:pt x="7" y="41"/>
                    <a:pt x="7" y="42"/>
                  </a:cubicBezTo>
                  <a:cubicBezTo>
                    <a:pt x="7" y="43"/>
                    <a:pt x="5" y="45"/>
                    <a:pt x="6" y="44"/>
                  </a:cubicBezTo>
                  <a:cubicBezTo>
                    <a:pt x="5" y="45"/>
                    <a:pt x="4" y="45"/>
                    <a:pt x="3" y="45"/>
                  </a:cubicBezTo>
                  <a:cubicBezTo>
                    <a:pt x="2" y="45"/>
                    <a:pt x="2" y="44"/>
                    <a:pt x="1" y="44"/>
                  </a:cubicBezTo>
                  <a:cubicBezTo>
                    <a:pt x="1" y="44"/>
                    <a:pt x="1" y="44"/>
                    <a:pt x="1" y="44"/>
                  </a:cubicBezTo>
                  <a:cubicBezTo>
                    <a:pt x="1" y="44"/>
                    <a:pt x="1" y="44"/>
                    <a:pt x="1" y="43"/>
                  </a:cubicBezTo>
                  <a:cubicBezTo>
                    <a:pt x="1" y="43"/>
                    <a:pt x="0" y="43"/>
                    <a:pt x="0" y="43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43"/>
                    <a:pt x="0" y="42"/>
                    <a:pt x="0" y="41"/>
                  </a:cubicBezTo>
                  <a:cubicBezTo>
                    <a:pt x="0" y="41"/>
                    <a:pt x="0" y="40"/>
                    <a:pt x="0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39"/>
                    <a:pt x="0" y="38"/>
                    <a:pt x="0" y="37"/>
                  </a:cubicBezTo>
                  <a:cubicBezTo>
                    <a:pt x="1" y="36"/>
                    <a:pt x="1" y="35"/>
                    <a:pt x="2" y="33"/>
                  </a:cubicBezTo>
                  <a:cubicBezTo>
                    <a:pt x="2" y="31"/>
                    <a:pt x="3" y="28"/>
                    <a:pt x="4" y="26"/>
                  </a:cubicBezTo>
                  <a:cubicBezTo>
                    <a:pt x="6" y="21"/>
                    <a:pt x="7" y="16"/>
                    <a:pt x="10" y="11"/>
                  </a:cubicBezTo>
                  <a:cubicBezTo>
                    <a:pt x="10" y="10"/>
                    <a:pt x="11" y="9"/>
                    <a:pt x="12" y="8"/>
                  </a:cubicBezTo>
                  <a:cubicBezTo>
                    <a:pt x="12" y="8"/>
                    <a:pt x="12" y="8"/>
                    <a:pt x="12" y="7"/>
                  </a:cubicBezTo>
                  <a:cubicBezTo>
                    <a:pt x="14" y="6"/>
                    <a:pt x="17" y="4"/>
                    <a:pt x="19" y="2"/>
                  </a:cubicBezTo>
                  <a:cubicBezTo>
                    <a:pt x="22" y="1"/>
                    <a:pt x="25" y="1"/>
                    <a:pt x="28" y="1"/>
                  </a:cubicBezTo>
                  <a:cubicBezTo>
                    <a:pt x="34" y="0"/>
                    <a:pt x="41" y="1"/>
                    <a:pt x="47" y="4"/>
                  </a:cubicBezTo>
                  <a:cubicBezTo>
                    <a:pt x="60" y="10"/>
                    <a:pt x="66" y="24"/>
                    <a:pt x="64" y="39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50" name="iSlïde">
              <a:extLst>
                <a:ext uri="{FF2B5EF4-FFF2-40B4-BE49-F238E27FC236}">
                  <a16:creationId xmlns:a16="http://schemas.microsoft.com/office/drawing/2014/main" id="{4E6E954E-31F2-4B60-8D0A-C792BD5ED23D}"/>
                </a:ext>
              </a:extLst>
            </p:cNvPr>
            <p:cNvSpPr/>
            <p:nvPr/>
          </p:nvSpPr>
          <p:spPr bwMode="auto">
            <a:xfrm>
              <a:off x="4072176" y="4495895"/>
              <a:ext cx="176150" cy="379401"/>
            </a:xfrm>
            <a:custGeom>
              <a:avLst/>
              <a:gdLst>
                <a:gd name="T0" fmla="*/ 23 w 25"/>
                <a:gd name="T1" fmla="*/ 37 h 54"/>
                <a:gd name="T2" fmla="*/ 23 w 25"/>
                <a:gd name="T3" fmla="*/ 37 h 54"/>
                <a:gd name="T4" fmla="*/ 20 w 25"/>
                <a:gd name="T5" fmla="*/ 49 h 54"/>
                <a:gd name="T6" fmla="*/ 17 w 25"/>
                <a:gd name="T7" fmla="*/ 54 h 54"/>
                <a:gd name="T8" fmla="*/ 9 w 25"/>
                <a:gd name="T9" fmla="*/ 53 h 54"/>
                <a:gd name="T10" fmla="*/ 8 w 25"/>
                <a:gd name="T11" fmla="*/ 52 h 54"/>
                <a:gd name="T12" fmla="*/ 9 w 25"/>
                <a:gd name="T13" fmla="*/ 52 h 54"/>
                <a:gd name="T14" fmla="*/ 11 w 25"/>
                <a:gd name="T15" fmla="*/ 47 h 54"/>
                <a:gd name="T16" fmla="*/ 18 w 25"/>
                <a:gd name="T17" fmla="*/ 29 h 54"/>
                <a:gd name="T18" fmla="*/ 7 w 25"/>
                <a:gd name="T19" fmla="*/ 12 h 54"/>
                <a:gd name="T20" fmla="*/ 0 w 25"/>
                <a:gd name="T21" fmla="*/ 9 h 54"/>
                <a:gd name="T22" fmla="*/ 2 w 25"/>
                <a:gd name="T23" fmla="*/ 0 h 54"/>
                <a:gd name="T24" fmla="*/ 6 w 25"/>
                <a:gd name="T25" fmla="*/ 2 h 54"/>
                <a:gd name="T26" fmla="*/ 23 w 25"/>
                <a:gd name="T27" fmla="*/ 37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5" h="54">
                  <a:moveTo>
                    <a:pt x="23" y="37"/>
                  </a:moveTo>
                  <a:cubicBezTo>
                    <a:pt x="23" y="37"/>
                    <a:pt x="23" y="37"/>
                    <a:pt x="23" y="37"/>
                  </a:cubicBezTo>
                  <a:cubicBezTo>
                    <a:pt x="23" y="41"/>
                    <a:pt x="22" y="45"/>
                    <a:pt x="20" y="49"/>
                  </a:cubicBezTo>
                  <a:cubicBezTo>
                    <a:pt x="19" y="51"/>
                    <a:pt x="18" y="53"/>
                    <a:pt x="17" y="54"/>
                  </a:cubicBezTo>
                  <a:cubicBezTo>
                    <a:pt x="15" y="54"/>
                    <a:pt x="12" y="54"/>
                    <a:pt x="9" y="53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8" y="52"/>
                    <a:pt x="8" y="52"/>
                    <a:pt x="9" y="52"/>
                  </a:cubicBezTo>
                  <a:cubicBezTo>
                    <a:pt x="9" y="50"/>
                    <a:pt x="10" y="49"/>
                    <a:pt x="11" y="47"/>
                  </a:cubicBezTo>
                  <a:cubicBezTo>
                    <a:pt x="14" y="42"/>
                    <a:pt x="17" y="36"/>
                    <a:pt x="18" y="29"/>
                  </a:cubicBezTo>
                  <a:cubicBezTo>
                    <a:pt x="19" y="22"/>
                    <a:pt x="13" y="16"/>
                    <a:pt x="7" y="12"/>
                  </a:cubicBezTo>
                  <a:cubicBezTo>
                    <a:pt x="5" y="10"/>
                    <a:pt x="2" y="9"/>
                    <a:pt x="0" y="9"/>
                  </a:cubicBezTo>
                  <a:cubicBezTo>
                    <a:pt x="1" y="6"/>
                    <a:pt x="1" y="3"/>
                    <a:pt x="2" y="0"/>
                  </a:cubicBezTo>
                  <a:cubicBezTo>
                    <a:pt x="4" y="1"/>
                    <a:pt x="5" y="1"/>
                    <a:pt x="6" y="2"/>
                  </a:cubicBezTo>
                  <a:cubicBezTo>
                    <a:pt x="19" y="8"/>
                    <a:pt x="25" y="22"/>
                    <a:pt x="23" y="37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51" name="ïšlîde">
              <a:extLst>
                <a:ext uri="{FF2B5EF4-FFF2-40B4-BE49-F238E27FC236}">
                  <a16:creationId xmlns:a16="http://schemas.microsoft.com/office/drawing/2014/main" id="{2E51F8B8-EA67-4CB0-AAC1-460CC0BEA54A}"/>
                </a:ext>
              </a:extLst>
            </p:cNvPr>
            <p:cNvSpPr/>
            <p:nvPr/>
          </p:nvSpPr>
          <p:spPr bwMode="auto">
            <a:xfrm>
              <a:off x="6860094" y="5474884"/>
              <a:ext cx="0" cy="6775"/>
            </a:xfrm>
            <a:custGeom>
              <a:avLst/>
              <a:gdLst>
                <a:gd name="T0" fmla="*/ 0 h 1"/>
                <a:gd name="T1" fmla="*/ 0 h 1"/>
                <a:gd name="T2" fmla="*/ 1 h 1"/>
                <a:gd name="T3" fmla="*/ 1 h 1"/>
                <a:gd name="T4" fmla="*/ 1 h 1"/>
                <a:gd name="T5" fmla="*/ 0 h 1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  <a:cxn ang="0">
                  <a:pos x="0" y="T5"/>
                </a:cxn>
              </a:cxnLst>
              <a:rect l="0" t="0" r="r" b="b"/>
              <a:pathLst>
                <a:path h="1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0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52" name="íśḷîḓe">
              <a:extLst>
                <a:ext uri="{FF2B5EF4-FFF2-40B4-BE49-F238E27FC236}">
                  <a16:creationId xmlns:a16="http://schemas.microsoft.com/office/drawing/2014/main" id="{07F543B9-E952-4AE1-BD1B-DEA35C6E458E}"/>
                </a:ext>
              </a:extLst>
            </p:cNvPr>
            <p:cNvSpPr/>
            <p:nvPr/>
          </p:nvSpPr>
          <p:spPr bwMode="auto">
            <a:xfrm>
              <a:off x="6717819" y="5383422"/>
              <a:ext cx="247289" cy="230351"/>
            </a:xfrm>
            <a:custGeom>
              <a:avLst/>
              <a:gdLst>
                <a:gd name="T0" fmla="*/ 30 w 35"/>
                <a:gd name="T1" fmla="*/ 22 h 33"/>
                <a:gd name="T2" fmla="*/ 31 w 35"/>
                <a:gd name="T3" fmla="*/ 6 h 33"/>
                <a:gd name="T4" fmla="*/ 16 w 35"/>
                <a:gd name="T5" fmla="*/ 1 h 33"/>
                <a:gd name="T6" fmla="*/ 4 w 35"/>
                <a:gd name="T7" fmla="*/ 9 h 33"/>
                <a:gd name="T8" fmla="*/ 3 w 35"/>
                <a:gd name="T9" fmla="*/ 10 h 33"/>
                <a:gd name="T10" fmla="*/ 4 w 35"/>
                <a:gd name="T11" fmla="*/ 26 h 33"/>
                <a:gd name="T12" fmla="*/ 30 w 35"/>
                <a:gd name="T13" fmla="*/ 22 h 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5" h="33">
                  <a:moveTo>
                    <a:pt x="30" y="22"/>
                  </a:moveTo>
                  <a:cubicBezTo>
                    <a:pt x="35" y="17"/>
                    <a:pt x="35" y="11"/>
                    <a:pt x="31" y="6"/>
                  </a:cubicBezTo>
                  <a:cubicBezTo>
                    <a:pt x="27" y="2"/>
                    <a:pt x="21" y="0"/>
                    <a:pt x="16" y="1"/>
                  </a:cubicBezTo>
                  <a:cubicBezTo>
                    <a:pt x="10" y="1"/>
                    <a:pt x="5" y="4"/>
                    <a:pt x="4" y="9"/>
                  </a:cubicBezTo>
                  <a:cubicBezTo>
                    <a:pt x="3" y="10"/>
                    <a:pt x="3" y="10"/>
                    <a:pt x="3" y="10"/>
                  </a:cubicBezTo>
                  <a:cubicBezTo>
                    <a:pt x="0" y="15"/>
                    <a:pt x="0" y="21"/>
                    <a:pt x="4" y="26"/>
                  </a:cubicBezTo>
                  <a:cubicBezTo>
                    <a:pt x="10" y="33"/>
                    <a:pt x="25" y="29"/>
                    <a:pt x="30" y="2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53" name="iŝ1iḓe">
              <a:extLst>
                <a:ext uri="{FF2B5EF4-FFF2-40B4-BE49-F238E27FC236}">
                  <a16:creationId xmlns:a16="http://schemas.microsoft.com/office/drawing/2014/main" id="{F4EA13E2-3626-48AF-906F-4B054CE6A8B6}"/>
                </a:ext>
              </a:extLst>
            </p:cNvPr>
            <p:cNvSpPr/>
            <p:nvPr/>
          </p:nvSpPr>
          <p:spPr bwMode="auto">
            <a:xfrm>
              <a:off x="7388545" y="5369872"/>
              <a:ext cx="254064" cy="237126"/>
            </a:xfrm>
            <a:custGeom>
              <a:avLst/>
              <a:gdLst>
                <a:gd name="T0" fmla="*/ 18 w 36"/>
                <a:gd name="T1" fmla="*/ 34 h 34"/>
                <a:gd name="T2" fmla="*/ 31 w 36"/>
                <a:gd name="T3" fmla="*/ 26 h 34"/>
                <a:gd name="T4" fmla="*/ 21 w 36"/>
                <a:gd name="T5" fmla="*/ 2 h 34"/>
                <a:gd name="T6" fmla="*/ 6 w 36"/>
                <a:gd name="T7" fmla="*/ 7 h 34"/>
                <a:gd name="T8" fmla="*/ 3 w 36"/>
                <a:gd name="T9" fmla="*/ 11 h 34"/>
                <a:gd name="T10" fmla="*/ 4 w 36"/>
                <a:gd name="T11" fmla="*/ 26 h 34"/>
                <a:gd name="T12" fmla="*/ 18 w 36"/>
                <a:gd name="T13" fmla="*/ 34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4">
                  <a:moveTo>
                    <a:pt x="18" y="34"/>
                  </a:moveTo>
                  <a:cubicBezTo>
                    <a:pt x="24" y="34"/>
                    <a:pt x="29" y="31"/>
                    <a:pt x="31" y="26"/>
                  </a:cubicBezTo>
                  <a:cubicBezTo>
                    <a:pt x="36" y="17"/>
                    <a:pt x="30" y="5"/>
                    <a:pt x="21" y="2"/>
                  </a:cubicBezTo>
                  <a:cubicBezTo>
                    <a:pt x="15" y="0"/>
                    <a:pt x="9" y="2"/>
                    <a:pt x="6" y="7"/>
                  </a:cubicBezTo>
                  <a:cubicBezTo>
                    <a:pt x="5" y="8"/>
                    <a:pt x="4" y="9"/>
                    <a:pt x="3" y="11"/>
                  </a:cubicBezTo>
                  <a:cubicBezTo>
                    <a:pt x="0" y="16"/>
                    <a:pt x="1" y="22"/>
                    <a:pt x="4" y="26"/>
                  </a:cubicBezTo>
                  <a:cubicBezTo>
                    <a:pt x="8" y="31"/>
                    <a:pt x="12" y="34"/>
                    <a:pt x="18" y="3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54" name="îş1iḍé">
              <a:extLst>
                <a:ext uri="{FF2B5EF4-FFF2-40B4-BE49-F238E27FC236}">
                  <a16:creationId xmlns:a16="http://schemas.microsoft.com/office/drawing/2014/main" id="{6EB6CF3D-ED6C-4B97-B580-69A8E3805327}"/>
                </a:ext>
              </a:extLst>
            </p:cNvPr>
            <p:cNvSpPr/>
            <p:nvPr/>
          </p:nvSpPr>
          <p:spPr bwMode="auto">
            <a:xfrm>
              <a:off x="5261190" y="5403747"/>
              <a:ext cx="216801" cy="226964"/>
            </a:xfrm>
            <a:custGeom>
              <a:avLst/>
              <a:gdLst>
                <a:gd name="T0" fmla="*/ 3 w 31"/>
                <a:gd name="T1" fmla="*/ 12 h 32"/>
                <a:gd name="T2" fmla="*/ 3 w 31"/>
                <a:gd name="T3" fmla="*/ 15 h 32"/>
                <a:gd name="T4" fmla="*/ 11 w 31"/>
                <a:gd name="T5" fmla="*/ 30 h 32"/>
                <a:gd name="T6" fmla="*/ 27 w 31"/>
                <a:gd name="T7" fmla="*/ 26 h 32"/>
                <a:gd name="T8" fmla="*/ 28 w 31"/>
                <a:gd name="T9" fmla="*/ 11 h 32"/>
                <a:gd name="T10" fmla="*/ 3 w 31"/>
                <a:gd name="T11" fmla="*/ 12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" h="32">
                  <a:moveTo>
                    <a:pt x="3" y="12"/>
                  </a:moveTo>
                  <a:cubicBezTo>
                    <a:pt x="3" y="13"/>
                    <a:pt x="3" y="14"/>
                    <a:pt x="3" y="15"/>
                  </a:cubicBezTo>
                  <a:cubicBezTo>
                    <a:pt x="0" y="22"/>
                    <a:pt x="5" y="27"/>
                    <a:pt x="11" y="30"/>
                  </a:cubicBezTo>
                  <a:cubicBezTo>
                    <a:pt x="16" y="32"/>
                    <a:pt x="23" y="31"/>
                    <a:pt x="27" y="26"/>
                  </a:cubicBezTo>
                  <a:cubicBezTo>
                    <a:pt x="31" y="22"/>
                    <a:pt x="31" y="16"/>
                    <a:pt x="28" y="11"/>
                  </a:cubicBezTo>
                  <a:cubicBezTo>
                    <a:pt x="24" y="2"/>
                    <a:pt x="5" y="0"/>
                    <a:pt x="3" y="1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55" name="iṥļîďé">
              <a:extLst>
                <a:ext uri="{FF2B5EF4-FFF2-40B4-BE49-F238E27FC236}">
                  <a16:creationId xmlns:a16="http://schemas.microsoft.com/office/drawing/2014/main" id="{AAEE061D-2EA2-4049-99F4-A5A8C468902F}"/>
                </a:ext>
              </a:extLst>
            </p:cNvPr>
            <p:cNvSpPr/>
            <p:nvPr/>
          </p:nvSpPr>
          <p:spPr bwMode="auto">
            <a:xfrm>
              <a:off x="4563364" y="5430848"/>
              <a:ext cx="226964" cy="220189"/>
            </a:xfrm>
            <a:custGeom>
              <a:avLst/>
              <a:gdLst>
                <a:gd name="T0" fmla="*/ 24 w 32"/>
                <a:gd name="T1" fmla="*/ 4 h 31"/>
                <a:gd name="T2" fmla="*/ 5 w 32"/>
                <a:gd name="T3" fmla="*/ 5 h 31"/>
                <a:gd name="T4" fmla="*/ 3 w 32"/>
                <a:gd name="T5" fmla="*/ 7 h 31"/>
                <a:gd name="T6" fmla="*/ 0 w 32"/>
                <a:gd name="T7" fmla="*/ 16 h 31"/>
                <a:gd name="T8" fmla="*/ 9 w 32"/>
                <a:gd name="T9" fmla="*/ 28 h 31"/>
                <a:gd name="T10" fmla="*/ 28 w 32"/>
                <a:gd name="T11" fmla="*/ 25 h 31"/>
                <a:gd name="T12" fmla="*/ 31 w 32"/>
                <a:gd name="T13" fmla="*/ 13 h 31"/>
                <a:gd name="T14" fmla="*/ 24 w 32"/>
                <a:gd name="T15" fmla="*/ 4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2" h="31">
                  <a:moveTo>
                    <a:pt x="24" y="4"/>
                  </a:moveTo>
                  <a:cubicBezTo>
                    <a:pt x="19" y="1"/>
                    <a:pt x="11" y="0"/>
                    <a:pt x="5" y="5"/>
                  </a:cubicBezTo>
                  <a:cubicBezTo>
                    <a:pt x="4" y="5"/>
                    <a:pt x="4" y="6"/>
                    <a:pt x="3" y="7"/>
                  </a:cubicBezTo>
                  <a:cubicBezTo>
                    <a:pt x="1" y="10"/>
                    <a:pt x="0" y="13"/>
                    <a:pt x="0" y="16"/>
                  </a:cubicBezTo>
                  <a:cubicBezTo>
                    <a:pt x="0" y="22"/>
                    <a:pt x="4" y="26"/>
                    <a:pt x="9" y="28"/>
                  </a:cubicBezTo>
                  <a:cubicBezTo>
                    <a:pt x="15" y="31"/>
                    <a:pt x="23" y="29"/>
                    <a:pt x="28" y="25"/>
                  </a:cubicBezTo>
                  <a:cubicBezTo>
                    <a:pt x="31" y="22"/>
                    <a:pt x="32" y="17"/>
                    <a:pt x="31" y="13"/>
                  </a:cubicBezTo>
                  <a:cubicBezTo>
                    <a:pt x="31" y="9"/>
                    <a:pt x="28" y="7"/>
                    <a:pt x="24" y="4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56" name="işḻîďe">
              <a:extLst>
                <a:ext uri="{FF2B5EF4-FFF2-40B4-BE49-F238E27FC236}">
                  <a16:creationId xmlns:a16="http://schemas.microsoft.com/office/drawing/2014/main" id="{DB224E00-AFF2-420B-985D-9DF6F395B41E}"/>
                </a:ext>
              </a:extLst>
            </p:cNvPr>
            <p:cNvSpPr/>
            <p:nvPr/>
          </p:nvSpPr>
          <p:spPr bwMode="auto">
            <a:xfrm>
              <a:off x="5938692" y="5417298"/>
              <a:ext cx="250676" cy="226964"/>
            </a:xfrm>
            <a:custGeom>
              <a:avLst/>
              <a:gdLst>
                <a:gd name="T0" fmla="*/ 26 w 36"/>
                <a:gd name="T1" fmla="*/ 3 h 32"/>
                <a:gd name="T2" fmla="*/ 17 w 36"/>
                <a:gd name="T3" fmla="*/ 3 h 32"/>
                <a:gd name="T4" fmla="*/ 15 w 36"/>
                <a:gd name="T5" fmla="*/ 2 h 32"/>
                <a:gd name="T6" fmla="*/ 3 w 36"/>
                <a:gd name="T7" fmla="*/ 19 h 32"/>
                <a:gd name="T8" fmla="*/ 28 w 36"/>
                <a:gd name="T9" fmla="*/ 27 h 32"/>
                <a:gd name="T10" fmla="*/ 36 w 36"/>
                <a:gd name="T11" fmla="*/ 15 h 32"/>
                <a:gd name="T12" fmla="*/ 26 w 36"/>
                <a:gd name="T13" fmla="*/ 3 h 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6" h="32">
                  <a:moveTo>
                    <a:pt x="26" y="3"/>
                  </a:moveTo>
                  <a:cubicBezTo>
                    <a:pt x="23" y="2"/>
                    <a:pt x="20" y="2"/>
                    <a:pt x="17" y="3"/>
                  </a:cubicBezTo>
                  <a:cubicBezTo>
                    <a:pt x="16" y="3"/>
                    <a:pt x="16" y="2"/>
                    <a:pt x="15" y="2"/>
                  </a:cubicBezTo>
                  <a:cubicBezTo>
                    <a:pt x="6" y="0"/>
                    <a:pt x="0" y="12"/>
                    <a:pt x="3" y="19"/>
                  </a:cubicBezTo>
                  <a:cubicBezTo>
                    <a:pt x="6" y="29"/>
                    <a:pt x="20" y="32"/>
                    <a:pt x="28" y="27"/>
                  </a:cubicBezTo>
                  <a:cubicBezTo>
                    <a:pt x="33" y="24"/>
                    <a:pt x="36" y="20"/>
                    <a:pt x="36" y="15"/>
                  </a:cubicBezTo>
                  <a:cubicBezTo>
                    <a:pt x="36" y="9"/>
                    <a:pt x="31" y="5"/>
                    <a:pt x="26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57" name="ïṣļïďe">
              <a:extLst>
                <a:ext uri="{FF2B5EF4-FFF2-40B4-BE49-F238E27FC236}">
                  <a16:creationId xmlns:a16="http://schemas.microsoft.com/office/drawing/2014/main" id="{B2E6AFC0-1DB8-4C0D-8DF1-681D51E07299}"/>
                </a:ext>
              </a:extLst>
            </p:cNvPr>
            <p:cNvSpPr/>
            <p:nvPr/>
          </p:nvSpPr>
          <p:spPr bwMode="auto">
            <a:xfrm>
              <a:off x="6372293" y="4130045"/>
              <a:ext cx="626690" cy="880752"/>
            </a:xfrm>
            <a:custGeom>
              <a:avLst/>
              <a:gdLst>
                <a:gd name="T0" fmla="*/ 87 w 89"/>
                <a:gd name="T1" fmla="*/ 62 h 125"/>
                <a:gd name="T2" fmla="*/ 88 w 89"/>
                <a:gd name="T3" fmla="*/ 31 h 125"/>
                <a:gd name="T4" fmla="*/ 84 w 89"/>
                <a:gd name="T5" fmla="*/ 14 h 125"/>
                <a:gd name="T6" fmla="*/ 74 w 89"/>
                <a:gd name="T7" fmla="*/ 5 h 125"/>
                <a:gd name="T8" fmla="*/ 47 w 89"/>
                <a:gd name="T9" fmla="*/ 1 h 125"/>
                <a:gd name="T10" fmla="*/ 13 w 89"/>
                <a:gd name="T11" fmla="*/ 2 h 125"/>
                <a:gd name="T12" fmla="*/ 2 w 89"/>
                <a:gd name="T13" fmla="*/ 7 h 125"/>
                <a:gd name="T14" fmla="*/ 4 w 89"/>
                <a:gd name="T15" fmla="*/ 19 h 125"/>
                <a:gd name="T16" fmla="*/ 3 w 89"/>
                <a:gd name="T17" fmla="*/ 30 h 125"/>
                <a:gd name="T18" fmla="*/ 3 w 89"/>
                <a:gd name="T19" fmla="*/ 45 h 125"/>
                <a:gd name="T20" fmla="*/ 4 w 89"/>
                <a:gd name="T21" fmla="*/ 75 h 125"/>
                <a:gd name="T22" fmla="*/ 3 w 89"/>
                <a:gd name="T23" fmla="*/ 103 h 125"/>
                <a:gd name="T24" fmla="*/ 11 w 89"/>
                <a:gd name="T25" fmla="*/ 118 h 125"/>
                <a:gd name="T26" fmla="*/ 41 w 89"/>
                <a:gd name="T27" fmla="*/ 124 h 125"/>
                <a:gd name="T28" fmla="*/ 57 w 89"/>
                <a:gd name="T29" fmla="*/ 123 h 125"/>
                <a:gd name="T30" fmla="*/ 69 w 89"/>
                <a:gd name="T31" fmla="*/ 123 h 125"/>
                <a:gd name="T32" fmla="*/ 81 w 89"/>
                <a:gd name="T33" fmla="*/ 121 h 125"/>
                <a:gd name="T34" fmla="*/ 83 w 89"/>
                <a:gd name="T35" fmla="*/ 120 h 125"/>
                <a:gd name="T36" fmla="*/ 88 w 89"/>
                <a:gd name="T37" fmla="*/ 109 h 125"/>
                <a:gd name="T38" fmla="*/ 88 w 89"/>
                <a:gd name="T39" fmla="*/ 93 h 125"/>
                <a:gd name="T40" fmla="*/ 87 w 89"/>
                <a:gd name="T41" fmla="*/ 62 h 1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9" h="125">
                  <a:moveTo>
                    <a:pt x="87" y="62"/>
                  </a:moveTo>
                  <a:cubicBezTo>
                    <a:pt x="87" y="52"/>
                    <a:pt x="88" y="42"/>
                    <a:pt x="88" y="31"/>
                  </a:cubicBezTo>
                  <a:cubicBezTo>
                    <a:pt x="87" y="26"/>
                    <a:pt x="89" y="17"/>
                    <a:pt x="84" y="14"/>
                  </a:cubicBezTo>
                  <a:cubicBezTo>
                    <a:pt x="83" y="10"/>
                    <a:pt x="78" y="7"/>
                    <a:pt x="74" y="5"/>
                  </a:cubicBezTo>
                  <a:cubicBezTo>
                    <a:pt x="66" y="2"/>
                    <a:pt x="56" y="2"/>
                    <a:pt x="47" y="1"/>
                  </a:cubicBezTo>
                  <a:cubicBezTo>
                    <a:pt x="36" y="0"/>
                    <a:pt x="24" y="0"/>
                    <a:pt x="13" y="2"/>
                  </a:cubicBezTo>
                  <a:cubicBezTo>
                    <a:pt x="9" y="2"/>
                    <a:pt x="5" y="4"/>
                    <a:pt x="2" y="7"/>
                  </a:cubicBezTo>
                  <a:cubicBezTo>
                    <a:pt x="0" y="11"/>
                    <a:pt x="1" y="16"/>
                    <a:pt x="4" y="19"/>
                  </a:cubicBezTo>
                  <a:cubicBezTo>
                    <a:pt x="4" y="23"/>
                    <a:pt x="3" y="26"/>
                    <a:pt x="3" y="30"/>
                  </a:cubicBezTo>
                  <a:cubicBezTo>
                    <a:pt x="3" y="35"/>
                    <a:pt x="3" y="40"/>
                    <a:pt x="3" y="45"/>
                  </a:cubicBezTo>
                  <a:cubicBezTo>
                    <a:pt x="3" y="55"/>
                    <a:pt x="4" y="65"/>
                    <a:pt x="4" y="75"/>
                  </a:cubicBezTo>
                  <a:cubicBezTo>
                    <a:pt x="3" y="84"/>
                    <a:pt x="2" y="94"/>
                    <a:pt x="3" y="103"/>
                  </a:cubicBezTo>
                  <a:cubicBezTo>
                    <a:pt x="4" y="109"/>
                    <a:pt x="6" y="114"/>
                    <a:pt x="11" y="118"/>
                  </a:cubicBezTo>
                  <a:cubicBezTo>
                    <a:pt x="19" y="125"/>
                    <a:pt x="31" y="125"/>
                    <a:pt x="41" y="124"/>
                  </a:cubicBezTo>
                  <a:cubicBezTo>
                    <a:pt x="47" y="124"/>
                    <a:pt x="52" y="123"/>
                    <a:pt x="57" y="123"/>
                  </a:cubicBezTo>
                  <a:cubicBezTo>
                    <a:pt x="61" y="123"/>
                    <a:pt x="65" y="123"/>
                    <a:pt x="69" y="123"/>
                  </a:cubicBezTo>
                  <a:cubicBezTo>
                    <a:pt x="74" y="123"/>
                    <a:pt x="78" y="123"/>
                    <a:pt x="81" y="121"/>
                  </a:cubicBezTo>
                  <a:cubicBezTo>
                    <a:pt x="82" y="121"/>
                    <a:pt x="83" y="121"/>
                    <a:pt x="83" y="120"/>
                  </a:cubicBezTo>
                  <a:cubicBezTo>
                    <a:pt x="87" y="117"/>
                    <a:pt x="87" y="113"/>
                    <a:pt x="88" y="109"/>
                  </a:cubicBezTo>
                  <a:cubicBezTo>
                    <a:pt x="88" y="104"/>
                    <a:pt x="88" y="98"/>
                    <a:pt x="88" y="93"/>
                  </a:cubicBezTo>
                  <a:cubicBezTo>
                    <a:pt x="88" y="83"/>
                    <a:pt x="87" y="73"/>
                    <a:pt x="87" y="6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58" name="îṥľiḋe">
              <a:extLst>
                <a:ext uri="{FF2B5EF4-FFF2-40B4-BE49-F238E27FC236}">
                  <a16:creationId xmlns:a16="http://schemas.microsoft.com/office/drawing/2014/main" id="{4AB5F4DE-766D-4E4A-829D-1897E7EFD670}"/>
                </a:ext>
              </a:extLst>
            </p:cNvPr>
            <p:cNvSpPr/>
            <p:nvPr/>
          </p:nvSpPr>
          <p:spPr bwMode="auto">
            <a:xfrm>
              <a:off x="6162267" y="3513518"/>
              <a:ext cx="633465" cy="633465"/>
            </a:xfrm>
            <a:custGeom>
              <a:avLst/>
              <a:gdLst>
                <a:gd name="T0" fmla="*/ 86 w 90"/>
                <a:gd name="T1" fmla="*/ 47 h 90"/>
                <a:gd name="T2" fmla="*/ 72 w 90"/>
                <a:gd name="T3" fmla="*/ 9 h 90"/>
                <a:gd name="T4" fmla="*/ 50 w 90"/>
                <a:gd name="T5" fmla="*/ 1 h 90"/>
                <a:gd name="T6" fmla="*/ 27 w 90"/>
                <a:gd name="T7" fmla="*/ 6 h 90"/>
                <a:gd name="T8" fmla="*/ 26 w 90"/>
                <a:gd name="T9" fmla="*/ 6 h 90"/>
                <a:gd name="T10" fmla="*/ 21 w 90"/>
                <a:gd name="T11" fmla="*/ 8 h 90"/>
                <a:gd name="T12" fmla="*/ 6 w 90"/>
                <a:gd name="T13" fmla="*/ 26 h 90"/>
                <a:gd name="T14" fmla="*/ 17 w 90"/>
                <a:gd name="T15" fmla="*/ 70 h 90"/>
                <a:gd name="T16" fmla="*/ 86 w 90"/>
                <a:gd name="T17" fmla="*/ 47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" h="90">
                  <a:moveTo>
                    <a:pt x="86" y="47"/>
                  </a:moveTo>
                  <a:cubicBezTo>
                    <a:pt x="90" y="33"/>
                    <a:pt x="84" y="17"/>
                    <a:pt x="72" y="9"/>
                  </a:cubicBezTo>
                  <a:cubicBezTo>
                    <a:pt x="66" y="4"/>
                    <a:pt x="58" y="2"/>
                    <a:pt x="50" y="1"/>
                  </a:cubicBezTo>
                  <a:cubicBezTo>
                    <a:pt x="42" y="0"/>
                    <a:pt x="32" y="0"/>
                    <a:pt x="27" y="6"/>
                  </a:cubicBezTo>
                  <a:cubicBezTo>
                    <a:pt x="27" y="6"/>
                    <a:pt x="26" y="6"/>
                    <a:pt x="26" y="6"/>
                  </a:cubicBezTo>
                  <a:cubicBezTo>
                    <a:pt x="25" y="6"/>
                    <a:pt x="23" y="7"/>
                    <a:pt x="21" y="8"/>
                  </a:cubicBezTo>
                  <a:cubicBezTo>
                    <a:pt x="14" y="11"/>
                    <a:pt x="9" y="18"/>
                    <a:pt x="6" y="26"/>
                  </a:cubicBezTo>
                  <a:cubicBezTo>
                    <a:pt x="0" y="40"/>
                    <a:pt x="5" y="59"/>
                    <a:pt x="17" y="70"/>
                  </a:cubicBezTo>
                  <a:cubicBezTo>
                    <a:pt x="39" y="90"/>
                    <a:pt x="77" y="74"/>
                    <a:pt x="86" y="47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59" name="ïSľiḋe">
              <a:extLst>
                <a:ext uri="{FF2B5EF4-FFF2-40B4-BE49-F238E27FC236}">
                  <a16:creationId xmlns:a16="http://schemas.microsoft.com/office/drawing/2014/main" id="{4B21E347-D554-4440-A76E-5592A0575007}"/>
                </a:ext>
              </a:extLst>
            </p:cNvPr>
            <p:cNvSpPr/>
            <p:nvPr/>
          </p:nvSpPr>
          <p:spPr bwMode="auto">
            <a:xfrm>
              <a:off x="5823517" y="3012167"/>
              <a:ext cx="372626" cy="162600"/>
            </a:xfrm>
            <a:custGeom>
              <a:avLst/>
              <a:gdLst>
                <a:gd name="T0" fmla="*/ 46 w 53"/>
                <a:gd name="T1" fmla="*/ 3 h 23"/>
                <a:gd name="T2" fmla="*/ 35 w 53"/>
                <a:gd name="T3" fmla="*/ 10 h 23"/>
                <a:gd name="T4" fmla="*/ 24 w 53"/>
                <a:gd name="T5" fmla="*/ 11 h 23"/>
                <a:gd name="T6" fmla="*/ 15 w 53"/>
                <a:gd name="T7" fmla="*/ 9 h 23"/>
                <a:gd name="T8" fmla="*/ 7 w 53"/>
                <a:gd name="T9" fmla="*/ 3 h 23"/>
                <a:gd name="T10" fmla="*/ 4 w 53"/>
                <a:gd name="T11" fmla="*/ 4 h 23"/>
                <a:gd name="T12" fmla="*/ 21 w 53"/>
                <a:gd name="T13" fmla="*/ 20 h 23"/>
                <a:gd name="T14" fmla="*/ 52 w 53"/>
                <a:gd name="T15" fmla="*/ 9 h 23"/>
                <a:gd name="T16" fmla="*/ 46 w 53"/>
                <a:gd name="T17" fmla="*/ 3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3" h="23">
                  <a:moveTo>
                    <a:pt x="46" y="3"/>
                  </a:moveTo>
                  <a:cubicBezTo>
                    <a:pt x="42" y="5"/>
                    <a:pt x="39" y="8"/>
                    <a:pt x="35" y="10"/>
                  </a:cubicBezTo>
                  <a:cubicBezTo>
                    <a:pt x="32" y="11"/>
                    <a:pt x="28" y="12"/>
                    <a:pt x="24" y="11"/>
                  </a:cubicBezTo>
                  <a:cubicBezTo>
                    <a:pt x="21" y="11"/>
                    <a:pt x="18" y="10"/>
                    <a:pt x="15" y="9"/>
                  </a:cubicBezTo>
                  <a:cubicBezTo>
                    <a:pt x="12" y="8"/>
                    <a:pt x="10" y="5"/>
                    <a:pt x="7" y="3"/>
                  </a:cubicBezTo>
                  <a:cubicBezTo>
                    <a:pt x="6" y="3"/>
                    <a:pt x="5" y="2"/>
                    <a:pt x="4" y="4"/>
                  </a:cubicBezTo>
                  <a:cubicBezTo>
                    <a:pt x="0" y="13"/>
                    <a:pt x="15" y="19"/>
                    <a:pt x="21" y="20"/>
                  </a:cubicBezTo>
                  <a:cubicBezTo>
                    <a:pt x="31" y="23"/>
                    <a:pt x="47" y="19"/>
                    <a:pt x="52" y="9"/>
                  </a:cubicBezTo>
                  <a:cubicBezTo>
                    <a:pt x="53" y="5"/>
                    <a:pt x="50" y="0"/>
                    <a:pt x="46" y="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60" name="iṥľîḍé">
              <a:extLst>
                <a:ext uri="{FF2B5EF4-FFF2-40B4-BE49-F238E27FC236}">
                  <a16:creationId xmlns:a16="http://schemas.microsoft.com/office/drawing/2014/main" id="{D7103D6B-BF46-4D59-A4AA-FB4FBE4765D8}"/>
                </a:ext>
              </a:extLst>
            </p:cNvPr>
            <p:cNvSpPr/>
            <p:nvPr/>
          </p:nvSpPr>
          <p:spPr bwMode="auto">
            <a:xfrm>
              <a:off x="6175817" y="2795367"/>
              <a:ext cx="220189" cy="203250"/>
            </a:xfrm>
            <a:custGeom>
              <a:avLst/>
              <a:gdLst>
                <a:gd name="T0" fmla="*/ 20 w 31"/>
                <a:gd name="T1" fmla="*/ 2 h 29"/>
                <a:gd name="T2" fmla="*/ 8 w 31"/>
                <a:gd name="T3" fmla="*/ 3 h 29"/>
                <a:gd name="T4" fmla="*/ 1 w 31"/>
                <a:gd name="T5" fmla="*/ 19 h 29"/>
                <a:gd name="T6" fmla="*/ 10 w 31"/>
                <a:gd name="T7" fmla="*/ 27 h 29"/>
                <a:gd name="T8" fmla="*/ 24 w 31"/>
                <a:gd name="T9" fmla="*/ 27 h 29"/>
                <a:gd name="T10" fmla="*/ 31 w 31"/>
                <a:gd name="T11" fmla="*/ 15 h 29"/>
                <a:gd name="T12" fmla="*/ 20 w 31"/>
                <a:gd name="T13" fmla="*/ 2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1" h="29">
                  <a:moveTo>
                    <a:pt x="20" y="2"/>
                  </a:moveTo>
                  <a:cubicBezTo>
                    <a:pt x="16" y="0"/>
                    <a:pt x="12" y="0"/>
                    <a:pt x="8" y="3"/>
                  </a:cubicBezTo>
                  <a:cubicBezTo>
                    <a:pt x="3" y="6"/>
                    <a:pt x="0" y="13"/>
                    <a:pt x="1" y="19"/>
                  </a:cubicBezTo>
                  <a:cubicBezTo>
                    <a:pt x="2" y="23"/>
                    <a:pt x="6" y="26"/>
                    <a:pt x="10" y="27"/>
                  </a:cubicBezTo>
                  <a:cubicBezTo>
                    <a:pt x="15" y="28"/>
                    <a:pt x="20" y="29"/>
                    <a:pt x="24" y="27"/>
                  </a:cubicBezTo>
                  <a:cubicBezTo>
                    <a:pt x="29" y="25"/>
                    <a:pt x="31" y="19"/>
                    <a:pt x="31" y="15"/>
                  </a:cubicBezTo>
                  <a:cubicBezTo>
                    <a:pt x="31" y="9"/>
                    <a:pt x="26" y="4"/>
                    <a:pt x="20" y="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61" name="îŝľiḑê">
              <a:extLst>
                <a:ext uri="{FF2B5EF4-FFF2-40B4-BE49-F238E27FC236}">
                  <a16:creationId xmlns:a16="http://schemas.microsoft.com/office/drawing/2014/main" id="{1DDDC34E-48D4-412F-8333-6E6572B1A2ED}"/>
                </a:ext>
              </a:extLst>
            </p:cNvPr>
            <p:cNvSpPr/>
            <p:nvPr/>
          </p:nvSpPr>
          <p:spPr bwMode="auto">
            <a:xfrm>
              <a:off x="5664305" y="2815692"/>
              <a:ext cx="182925" cy="189700"/>
            </a:xfrm>
            <a:custGeom>
              <a:avLst/>
              <a:gdLst>
                <a:gd name="T0" fmla="*/ 18 w 26"/>
                <a:gd name="T1" fmla="*/ 2 h 27"/>
                <a:gd name="T2" fmla="*/ 4 w 26"/>
                <a:gd name="T3" fmla="*/ 4 h 27"/>
                <a:gd name="T4" fmla="*/ 1 w 26"/>
                <a:gd name="T5" fmla="*/ 14 h 27"/>
                <a:gd name="T6" fmla="*/ 6 w 26"/>
                <a:gd name="T7" fmla="*/ 25 h 27"/>
                <a:gd name="T8" fmla="*/ 18 w 26"/>
                <a:gd name="T9" fmla="*/ 24 h 27"/>
                <a:gd name="T10" fmla="*/ 26 w 26"/>
                <a:gd name="T11" fmla="*/ 12 h 27"/>
                <a:gd name="T12" fmla="*/ 18 w 26"/>
                <a:gd name="T13" fmla="*/ 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" h="27">
                  <a:moveTo>
                    <a:pt x="18" y="2"/>
                  </a:moveTo>
                  <a:cubicBezTo>
                    <a:pt x="13" y="0"/>
                    <a:pt x="8" y="1"/>
                    <a:pt x="4" y="4"/>
                  </a:cubicBezTo>
                  <a:cubicBezTo>
                    <a:pt x="1" y="6"/>
                    <a:pt x="0" y="10"/>
                    <a:pt x="1" y="14"/>
                  </a:cubicBezTo>
                  <a:cubicBezTo>
                    <a:pt x="0" y="18"/>
                    <a:pt x="2" y="22"/>
                    <a:pt x="6" y="25"/>
                  </a:cubicBezTo>
                  <a:cubicBezTo>
                    <a:pt x="10" y="27"/>
                    <a:pt x="15" y="26"/>
                    <a:pt x="18" y="24"/>
                  </a:cubicBezTo>
                  <a:cubicBezTo>
                    <a:pt x="23" y="22"/>
                    <a:pt x="26" y="17"/>
                    <a:pt x="26" y="12"/>
                  </a:cubicBezTo>
                  <a:cubicBezTo>
                    <a:pt x="26" y="7"/>
                    <a:pt x="22" y="4"/>
                    <a:pt x="18" y="2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62" name="íṩḷïḋe">
              <a:extLst>
                <a:ext uri="{FF2B5EF4-FFF2-40B4-BE49-F238E27FC236}">
                  <a16:creationId xmlns:a16="http://schemas.microsoft.com/office/drawing/2014/main" id="{FD40F2D0-8127-4196-923A-E67E1F564E72}"/>
                </a:ext>
              </a:extLst>
            </p:cNvPr>
            <p:cNvSpPr/>
            <p:nvPr/>
          </p:nvSpPr>
          <p:spPr bwMode="auto">
            <a:xfrm>
              <a:off x="6267281" y="3611755"/>
              <a:ext cx="409890" cy="372626"/>
            </a:xfrm>
            <a:custGeom>
              <a:avLst/>
              <a:gdLst>
                <a:gd name="T0" fmla="*/ 2 w 58"/>
                <a:gd name="T1" fmla="*/ 20 h 53"/>
                <a:gd name="T2" fmla="*/ 2 w 58"/>
                <a:gd name="T3" fmla="*/ 20 h 53"/>
                <a:gd name="T4" fmla="*/ 11 w 58"/>
                <a:gd name="T5" fmla="*/ 4 h 53"/>
                <a:gd name="T6" fmla="*/ 17 w 58"/>
                <a:gd name="T7" fmla="*/ 0 h 53"/>
                <a:gd name="T8" fmla="*/ 24 w 58"/>
                <a:gd name="T9" fmla="*/ 0 h 53"/>
                <a:gd name="T10" fmla="*/ 37 w 58"/>
                <a:gd name="T11" fmla="*/ 1 h 53"/>
                <a:gd name="T12" fmla="*/ 54 w 58"/>
                <a:gd name="T13" fmla="*/ 10 h 53"/>
                <a:gd name="T14" fmla="*/ 58 w 58"/>
                <a:gd name="T15" fmla="*/ 18 h 53"/>
                <a:gd name="T16" fmla="*/ 58 w 58"/>
                <a:gd name="T17" fmla="*/ 21 h 53"/>
                <a:gd name="T18" fmla="*/ 49 w 58"/>
                <a:gd name="T19" fmla="*/ 22 h 53"/>
                <a:gd name="T20" fmla="*/ 35 w 58"/>
                <a:gd name="T21" fmla="*/ 26 h 53"/>
                <a:gd name="T22" fmla="*/ 38 w 58"/>
                <a:gd name="T23" fmla="*/ 31 h 53"/>
                <a:gd name="T24" fmla="*/ 50 w 58"/>
                <a:gd name="T25" fmla="*/ 32 h 53"/>
                <a:gd name="T26" fmla="*/ 56 w 58"/>
                <a:gd name="T27" fmla="*/ 33 h 53"/>
                <a:gd name="T28" fmla="*/ 51 w 58"/>
                <a:gd name="T29" fmla="*/ 40 h 53"/>
                <a:gd name="T30" fmla="*/ 20 w 58"/>
                <a:gd name="T31" fmla="*/ 51 h 53"/>
                <a:gd name="T32" fmla="*/ 2 w 58"/>
                <a:gd name="T33" fmla="*/ 20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8" h="53">
                  <a:moveTo>
                    <a:pt x="2" y="20"/>
                  </a:moveTo>
                  <a:cubicBezTo>
                    <a:pt x="2" y="20"/>
                    <a:pt x="2" y="20"/>
                    <a:pt x="2" y="20"/>
                  </a:cubicBezTo>
                  <a:cubicBezTo>
                    <a:pt x="3" y="14"/>
                    <a:pt x="5" y="8"/>
                    <a:pt x="11" y="4"/>
                  </a:cubicBezTo>
                  <a:cubicBezTo>
                    <a:pt x="13" y="3"/>
                    <a:pt x="15" y="1"/>
                    <a:pt x="17" y="0"/>
                  </a:cubicBezTo>
                  <a:cubicBezTo>
                    <a:pt x="19" y="1"/>
                    <a:pt x="22" y="1"/>
                    <a:pt x="24" y="0"/>
                  </a:cubicBezTo>
                  <a:cubicBezTo>
                    <a:pt x="28" y="0"/>
                    <a:pt x="33" y="0"/>
                    <a:pt x="37" y="1"/>
                  </a:cubicBezTo>
                  <a:cubicBezTo>
                    <a:pt x="43" y="1"/>
                    <a:pt x="50" y="5"/>
                    <a:pt x="54" y="10"/>
                  </a:cubicBezTo>
                  <a:cubicBezTo>
                    <a:pt x="56" y="13"/>
                    <a:pt x="57" y="15"/>
                    <a:pt x="58" y="18"/>
                  </a:cubicBezTo>
                  <a:cubicBezTo>
                    <a:pt x="58" y="20"/>
                    <a:pt x="58" y="20"/>
                    <a:pt x="58" y="21"/>
                  </a:cubicBezTo>
                  <a:cubicBezTo>
                    <a:pt x="55" y="21"/>
                    <a:pt x="52" y="21"/>
                    <a:pt x="49" y="22"/>
                  </a:cubicBezTo>
                  <a:cubicBezTo>
                    <a:pt x="44" y="23"/>
                    <a:pt x="39" y="22"/>
                    <a:pt x="35" y="26"/>
                  </a:cubicBezTo>
                  <a:cubicBezTo>
                    <a:pt x="33" y="28"/>
                    <a:pt x="35" y="32"/>
                    <a:pt x="38" y="31"/>
                  </a:cubicBezTo>
                  <a:cubicBezTo>
                    <a:pt x="42" y="30"/>
                    <a:pt x="46" y="32"/>
                    <a:pt x="50" y="32"/>
                  </a:cubicBezTo>
                  <a:cubicBezTo>
                    <a:pt x="52" y="33"/>
                    <a:pt x="54" y="32"/>
                    <a:pt x="56" y="33"/>
                  </a:cubicBezTo>
                  <a:cubicBezTo>
                    <a:pt x="55" y="35"/>
                    <a:pt x="53" y="38"/>
                    <a:pt x="51" y="40"/>
                  </a:cubicBezTo>
                  <a:cubicBezTo>
                    <a:pt x="43" y="48"/>
                    <a:pt x="31" y="53"/>
                    <a:pt x="20" y="51"/>
                  </a:cubicBezTo>
                  <a:cubicBezTo>
                    <a:pt x="7" y="48"/>
                    <a:pt x="0" y="33"/>
                    <a:pt x="2" y="20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63" name="îŝḻiḓê">
              <a:extLst>
                <a:ext uri="{FF2B5EF4-FFF2-40B4-BE49-F238E27FC236}">
                  <a16:creationId xmlns:a16="http://schemas.microsoft.com/office/drawing/2014/main" id="{697A4022-DB0C-4A5D-8520-D0C055B2C0CC}"/>
                </a:ext>
              </a:extLst>
            </p:cNvPr>
            <p:cNvSpPr/>
            <p:nvPr/>
          </p:nvSpPr>
          <p:spPr bwMode="auto">
            <a:xfrm>
              <a:off x="6436657" y="4194406"/>
              <a:ext cx="494576" cy="758802"/>
            </a:xfrm>
            <a:custGeom>
              <a:avLst/>
              <a:gdLst>
                <a:gd name="T0" fmla="*/ 70 w 70"/>
                <a:gd name="T1" fmla="*/ 105 h 108"/>
                <a:gd name="T2" fmla="*/ 70 w 70"/>
                <a:gd name="T3" fmla="*/ 105 h 108"/>
                <a:gd name="T4" fmla="*/ 62 w 70"/>
                <a:gd name="T5" fmla="*/ 104 h 108"/>
                <a:gd name="T6" fmla="*/ 49 w 70"/>
                <a:gd name="T7" fmla="*/ 105 h 108"/>
                <a:gd name="T8" fmla="*/ 35 w 70"/>
                <a:gd name="T9" fmla="*/ 106 h 108"/>
                <a:gd name="T10" fmla="*/ 8 w 70"/>
                <a:gd name="T11" fmla="*/ 103 h 108"/>
                <a:gd name="T12" fmla="*/ 3 w 70"/>
                <a:gd name="T13" fmla="*/ 90 h 108"/>
                <a:gd name="T14" fmla="*/ 4 w 70"/>
                <a:gd name="T15" fmla="*/ 63 h 108"/>
                <a:gd name="T16" fmla="*/ 2 w 70"/>
                <a:gd name="T17" fmla="*/ 36 h 108"/>
                <a:gd name="T18" fmla="*/ 0 w 70"/>
                <a:gd name="T19" fmla="*/ 7 h 108"/>
                <a:gd name="T20" fmla="*/ 2 w 70"/>
                <a:gd name="T21" fmla="*/ 3 h 108"/>
                <a:gd name="T22" fmla="*/ 12 w 70"/>
                <a:gd name="T23" fmla="*/ 1 h 108"/>
                <a:gd name="T24" fmla="*/ 40 w 70"/>
                <a:gd name="T25" fmla="*/ 1 h 108"/>
                <a:gd name="T26" fmla="*/ 60 w 70"/>
                <a:gd name="T27" fmla="*/ 3 h 108"/>
                <a:gd name="T28" fmla="*/ 67 w 70"/>
                <a:gd name="T29" fmla="*/ 6 h 108"/>
                <a:gd name="T30" fmla="*/ 70 w 70"/>
                <a:gd name="T31" fmla="*/ 10 h 108"/>
                <a:gd name="T32" fmla="*/ 70 w 70"/>
                <a:gd name="T33" fmla="*/ 15 h 108"/>
                <a:gd name="T34" fmla="*/ 69 w 70"/>
                <a:gd name="T35" fmla="*/ 26 h 108"/>
                <a:gd name="T36" fmla="*/ 69 w 70"/>
                <a:gd name="T37" fmla="*/ 55 h 108"/>
                <a:gd name="T38" fmla="*/ 70 w 70"/>
                <a:gd name="T39" fmla="*/ 82 h 108"/>
                <a:gd name="T40" fmla="*/ 70 w 70"/>
                <a:gd name="T41" fmla="*/ 96 h 108"/>
                <a:gd name="T42" fmla="*/ 70 w 70"/>
                <a:gd name="T43" fmla="*/ 105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8">
                  <a:moveTo>
                    <a:pt x="70" y="105"/>
                  </a:moveTo>
                  <a:cubicBezTo>
                    <a:pt x="70" y="105"/>
                    <a:pt x="70" y="105"/>
                    <a:pt x="70" y="105"/>
                  </a:cubicBezTo>
                  <a:cubicBezTo>
                    <a:pt x="67" y="104"/>
                    <a:pt x="65" y="104"/>
                    <a:pt x="62" y="104"/>
                  </a:cubicBezTo>
                  <a:cubicBezTo>
                    <a:pt x="57" y="104"/>
                    <a:pt x="53" y="105"/>
                    <a:pt x="49" y="105"/>
                  </a:cubicBezTo>
                  <a:cubicBezTo>
                    <a:pt x="44" y="105"/>
                    <a:pt x="39" y="105"/>
                    <a:pt x="35" y="106"/>
                  </a:cubicBezTo>
                  <a:cubicBezTo>
                    <a:pt x="27" y="106"/>
                    <a:pt x="15" y="108"/>
                    <a:pt x="8" y="103"/>
                  </a:cubicBezTo>
                  <a:cubicBezTo>
                    <a:pt x="4" y="100"/>
                    <a:pt x="4" y="95"/>
                    <a:pt x="3" y="90"/>
                  </a:cubicBezTo>
                  <a:cubicBezTo>
                    <a:pt x="3" y="81"/>
                    <a:pt x="3" y="72"/>
                    <a:pt x="4" y="63"/>
                  </a:cubicBezTo>
                  <a:cubicBezTo>
                    <a:pt x="4" y="54"/>
                    <a:pt x="3" y="45"/>
                    <a:pt x="2" y="36"/>
                  </a:cubicBezTo>
                  <a:cubicBezTo>
                    <a:pt x="2" y="26"/>
                    <a:pt x="0" y="16"/>
                    <a:pt x="0" y="7"/>
                  </a:cubicBezTo>
                  <a:cubicBezTo>
                    <a:pt x="1" y="5"/>
                    <a:pt x="1" y="4"/>
                    <a:pt x="2" y="3"/>
                  </a:cubicBezTo>
                  <a:cubicBezTo>
                    <a:pt x="5" y="1"/>
                    <a:pt x="9" y="1"/>
                    <a:pt x="12" y="1"/>
                  </a:cubicBezTo>
                  <a:cubicBezTo>
                    <a:pt x="21" y="0"/>
                    <a:pt x="30" y="0"/>
                    <a:pt x="40" y="1"/>
                  </a:cubicBezTo>
                  <a:cubicBezTo>
                    <a:pt x="46" y="1"/>
                    <a:pt x="53" y="1"/>
                    <a:pt x="60" y="3"/>
                  </a:cubicBezTo>
                  <a:cubicBezTo>
                    <a:pt x="62" y="3"/>
                    <a:pt x="65" y="4"/>
                    <a:pt x="67" y="6"/>
                  </a:cubicBezTo>
                  <a:cubicBezTo>
                    <a:pt x="68" y="7"/>
                    <a:pt x="69" y="9"/>
                    <a:pt x="70" y="10"/>
                  </a:cubicBezTo>
                  <a:cubicBezTo>
                    <a:pt x="70" y="12"/>
                    <a:pt x="70" y="14"/>
                    <a:pt x="70" y="15"/>
                  </a:cubicBezTo>
                  <a:cubicBezTo>
                    <a:pt x="69" y="19"/>
                    <a:pt x="69" y="23"/>
                    <a:pt x="69" y="26"/>
                  </a:cubicBezTo>
                  <a:cubicBezTo>
                    <a:pt x="69" y="36"/>
                    <a:pt x="69" y="45"/>
                    <a:pt x="69" y="55"/>
                  </a:cubicBezTo>
                  <a:cubicBezTo>
                    <a:pt x="69" y="64"/>
                    <a:pt x="69" y="73"/>
                    <a:pt x="70" y="82"/>
                  </a:cubicBezTo>
                  <a:cubicBezTo>
                    <a:pt x="70" y="86"/>
                    <a:pt x="70" y="91"/>
                    <a:pt x="70" y="96"/>
                  </a:cubicBezTo>
                  <a:cubicBezTo>
                    <a:pt x="70" y="99"/>
                    <a:pt x="70" y="102"/>
                    <a:pt x="70" y="105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64" name="isľîḓê">
              <a:extLst>
                <a:ext uri="{FF2B5EF4-FFF2-40B4-BE49-F238E27FC236}">
                  <a16:creationId xmlns:a16="http://schemas.microsoft.com/office/drawing/2014/main" id="{1AC1E7D3-A427-4D2D-9292-CD6A00BE2C26}"/>
                </a:ext>
              </a:extLst>
            </p:cNvPr>
            <p:cNvSpPr/>
            <p:nvPr/>
          </p:nvSpPr>
          <p:spPr bwMode="auto">
            <a:xfrm>
              <a:off x="6711044" y="4207956"/>
              <a:ext cx="220189" cy="724927"/>
            </a:xfrm>
            <a:custGeom>
              <a:avLst/>
              <a:gdLst>
                <a:gd name="T0" fmla="*/ 31 w 31"/>
                <a:gd name="T1" fmla="*/ 103 h 103"/>
                <a:gd name="T2" fmla="*/ 31 w 31"/>
                <a:gd name="T3" fmla="*/ 103 h 103"/>
                <a:gd name="T4" fmla="*/ 23 w 31"/>
                <a:gd name="T5" fmla="*/ 102 h 103"/>
                <a:gd name="T6" fmla="*/ 10 w 31"/>
                <a:gd name="T7" fmla="*/ 103 h 103"/>
                <a:gd name="T8" fmla="*/ 0 w 31"/>
                <a:gd name="T9" fmla="*/ 103 h 103"/>
                <a:gd name="T10" fmla="*/ 19 w 31"/>
                <a:gd name="T11" fmla="*/ 0 h 103"/>
                <a:gd name="T12" fmla="*/ 21 w 31"/>
                <a:gd name="T13" fmla="*/ 1 h 103"/>
                <a:gd name="T14" fmla="*/ 28 w 31"/>
                <a:gd name="T15" fmla="*/ 4 h 103"/>
                <a:gd name="T16" fmla="*/ 31 w 31"/>
                <a:gd name="T17" fmla="*/ 8 h 103"/>
                <a:gd name="T18" fmla="*/ 31 w 31"/>
                <a:gd name="T19" fmla="*/ 13 h 103"/>
                <a:gd name="T20" fmla="*/ 30 w 31"/>
                <a:gd name="T21" fmla="*/ 24 h 103"/>
                <a:gd name="T22" fmla="*/ 30 w 31"/>
                <a:gd name="T23" fmla="*/ 53 h 103"/>
                <a:gd name="T24" fmla="*/ 31 w 31"/>
                <a:gd name="T25" fmla="*/ 80 h 103"/>
                <a:gd name="T26" fmla="*/ 31 w 31"/>
                <a:gd name="T27" fmla="*/ 94 h 103"/>
                <a:gd name="T28" fmla="*/ 31 w 31"/>
                <a:gd name="T29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1" h="103">
                  <a:moveTo>
                    <a:pt x="31" y="103"/>
                  </a:moveTo>
                  <a:cubicBezTo>
                    <a:pt x="31" y="103"/>
                    <a:pt x="31" y="103"/>
                    <a:pt x="31" y="103"/>
                  </a:cubicBezTo>
                  <a:cubicBezTo>
                    <a:pt x="28" y="102"/>
                    <a:pt x="26" y="102"/>
                    <a:pt x="23" y="102"/>
                  </a:cubicBezTo>
                  <a:cubicBezTo>
                    <a:pt x="18" y="102"/>
                    <a:pt x="14" y="103"/>
                    <a:pt x="10" y="103"/>
                  </a:cubicBezTo>
                  <a:cubicBezTo>
                    <a:pt x="7" y="103"/>
                    <a:pt x="4" y="103"/>
                    <a:pt x="0" y="103"/>
                  </a:cubicBezTo>
                  <a:cubicBezTo>
                    <a:pt x="10" y="70"/>
                    <a:pt x="15" y="35"/>
                    <a:pt x="19" y="0"/>
                  </a:cubicBezTo>
                  <a:cubicBezTo>
                    <a:pt x="20" y="1"/>
                    <a:pt x="20" y="1"/>
                    <a:pt x="21" y="1"/>
                  </a:cubicBezTo>
                  <a:cubicBezTo>
                    <a:pt x="23" y="1"/>
                    <a:pt x="26" y="2"/>
                    <a:pt x="28" y="4"/>
                  </a:cubicBezTo>
                  <a:cubicBezTo>
                    <a:pt x="29" y="5"/>
                    <a:pt x="30" y="7"/>
                    <a:pt x="31" y="8"/>
                  </a:cubicBezTo>
                  <a:cubicBezTo>
                    <a:pt x="31" y="10"/>
                    <a:pt x="31" y="12"/>
                    <a:pt x="31" y="13"/>
                  </a:cubicBezTo>
                  <a:cubicBezTo>
                    <a:pt x="30" y="17"/>
                    <a:pt x="30" y="21"/>
                    <a:pt x="30" y="24"/>
                  </a:cubicBezTo>
                  <a:cubicBezTo>
                    <a:pt x="30" y="34"/>
                    <a:pt x="30" y="43"/>
                    <a:pt x="30" y="53"/>
                  </a:cubicBezTo>
                  <a:cubicBezTo>
                    <a:pt x="30" y="62"/>
                    <a:pt x="30" y="71"/>
                    <a:pt x="31" y="80"/>
                  </a:cubicBezTo>
                  <a:cubicBezTo>
                    <a:pt x="31" y="84"/>
                    <a:pt x="31" y="89"/>
                    <a:pt x="31" y="94"/>
                  </a:cubicBezTo>
                  <a:cubicBezTo>
                    <a:pt x="31" y="97"/>
                    <a:pt x="31" y="100"/>
                    <a:pt x="31" y="103"/>
                  </a:cubicBezTo>
                  <a:close/>
                </a:path>
              </a:pathLst>
            </a:cu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  <p:sp>
          <p:nvSpPr>
            <p:cNvPr id="65" name="ísļïḑè">
              <a:extLst>
                <a:ext uri="{FF2B5EF4-FFF2-40B4-BE49-F238E27FC236}">
                  <a16:creationId xmlns:a16="http://schemas.microsoft.com/office/drawing/2014/main" id="{B81777AD-8020-47BF-A9E0-DAB35B5423F5}"/>
                </a:ext>
              </a:extLst>
            </p:cNvPr>
            <p:cNvSpPr/>
            <p:nvPr/>
          </p:nvSpPr>
          <p:spPr bwMode="auto">
            <a:xfrm>
              <a:off x="6507793" y="4357007"/>
              <a:ext cx="91464" cy="91464"/>
            </a:xfrm>
            <a:prstGeom prst="ellipse">
              <a:avLst/>
            </a:prstGeom>
            <a:gradFill rotWithShape="1">
              <a:gsLst>
                <a:gs pos="0">
                  <a:srgbClr val="FFFFFF">
                    <a:shade val="51000"/>
                    <a:satMod val="130000"/>
                  </a:srgbClr>
                </a:gs>
                <a:gs pos="80000">
                  <a:srgbClr val="FFFFFF">
                    <a:shade val="93000"/>
                    <a:satMod val="130000"/>
                  </a:srgbClr>
                </a:gs>
                <a:gs pos="100000">
                  <a:srgbClr val="FFFFFF">
                    <a:shade val="94000"/>
                    <a:satMod val="135000"/>
                  </a:srgbClr>
                </a:gs>
              </a:gsLst>
              <a:lin ang="16200000" scaled="0"/>
            </a:gradFill>
            <a:ln w="9525" cap="flat" cmpd="sng" algn="ctr">
              <a:solidFill>
                <a:srgbClr val="FFFFFF">
                  <a:shade val="95000"/>
                  <a:satMod val="105000"/>
                </a:srgbClr>
              </a:solidFill>
              <a:prstDash val="solid"/>
            </a:ln>
            <a:effectLst>
              <a:outerShdw blurRad="40000" dist="23000" dir="5400000" rotWithShape="0">
                <a:srgbClr val="000000">
                  <a:alpha val="35000"/>
                </a:srgbClr>
              </a:outerShdw>
            </a:effectLst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宋体"/>
                <a:cs typeface="+mn-cs"/>
                <a:sym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063411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2258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hf hdr="0" ftr="0" dt="0"/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lang="zh-CN" altLang="en-US" sz="1575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675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3.jpe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占位符 6">
            <a:extLst>
              <a:ext uri="{FF2B5EF4-FFF2-40B4-BE49-F238E27FC236}">
                <a16:creationId xmlns:a16="http://schemas.microsoft.com/office/drawing/2014/main" id="{4D208505-38A9-4993-ACA4-198B69614D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09542" y="3049349"/>
            <a:ext cx="9572917" cy="1880870"/>
          </a:xfrm>
        </p:spPr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电机位置检测与闭环控制</a:t>
            </a:r>
            <a:endParaRPr lang="zh-CN" altLang="en-US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4735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B4F58E7F-FAAF-43EA-8402-D4A36E049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内容提要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19D2CE2E-87BC-487A-803B-DAF29A716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16-</a:t>
            </a:r>
            <a:fld id="{8F136C17-7D19-453A-9A07-8ACF4E3D1EB5}" type="slidenum">
              <a:rPr lang="zh-CN" altLang="en-US" smtClean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</a:t>
            </a:fld>
            <a:endParaRPr lang="zh-CN" altLang="en-US" dirty="0"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D81B72DE-EDED-40BC-9428-288308F54730}"/>
              </a:ext>
            </a:extLst>
          </p:cNvPr>
          <p:cNvGrpSpPr/>
          <p:nvPr/>
        </p:nvGrpSpPr>
        <p:grpSpPr>
          <a:xfrm>
            <a:off x="2573432" y="1622574"/>
            <a:ext cx="7154318" cy="540000"/>
            <a:chOff x="3986349" y="2112243"/>
            <a:chExt cx="4377860" cy="540000"/>
          </a:xfrm>
        </p:grpSpPr>
        <p:sp>
          <p:nvSpPr>
            <p:cNvPr id="5" name="圆角矩形 1">
              <a:extLst>
                <a:ext uri="{FF2B5EF4-FFF2-40B4-BE49-F238E27FC236}">
                  <a16:creationId xmlns:a16="http://schemas.microsoft.com/office/drawing/2014/main" id="{924B3503-228E-4879-9948-AC79C8A88651}"/>
                </a:ext>
              </a:extLst>
            </p:cNvPr>
            <p:cNvSpPr/>
            <p:nvPr/>
          </p:nvSpPr>
          <p:spPr>
            <a:xfrm>
              <a:off x="3986351" y="2115843"/>
              <a:ext cx="4377858" cy="532800"/>
            </a:xfrm>
            <a:prstGeom prst="roundRect">
              <a:avLst>
                <a:gd name="adj" fmla="val 50000"/>
              </a:avLst>
            </a:prstGeom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1003">
              <a:schemeClr val="lt2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6" name="圆角矩形 2">
              <a:extLst>
                <a:ext uri="{FF2B5EF4-FFF2-40B4-BE49-F238E27FC236}">
                  <a16:creationId xmlns:a16="http://schemas.microsoft.com/office/drawing/2014/main" id="{CCFEAF1A-5196-4E40-8B61-36770C42702A}"/>
                </a:ext>
              </a:extLst>
            </p:cNvPr>
            <p:cNvSpPr/>
            <p:nvPr/>
          </p:nvSpPr>
          <p:spPr>
            <a:xfrm>
              <a:off x="3986349" y="2112243"/>
              <a:ext cx="330436" cy="540000"/>
            </a:xfrm>
            <a:prstGeom prst="roundRect">
              <a:avLst>
                <a:gd name="adj" fmla="val 50000"/>
              </a:avLst>
            </a:prstGeom>
            <a:solidFill>
              <a:srgbClr val="7F9EC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90ED5EC7-F2C0-4077-BB78-0B6EDDB7886F}"/>
                </a:ext>
              </a:extLst>
            </p:cNvPr>
            <p:cNvSpPr/>
            <p:nvPr/>
          </p:nvSpPr>
          <p:spPr>
            <a:xfrm>
              <a:off x="4372329" y="2133361"/>
              <a:ext cx="3890264" cy="4977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编码器概述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7905967E-5832-4427-B534-3D8E9EE434E6}"/>
              </a:ext>
            </a:extLst>
          </p:cNvPr>
          <p:cNvGrpSpPr/>
          <p:nvPr/>
        </p:nvGrpSpPr>
        <p:grpSpPr>
          <a:xfrm>
            <a:off x="2573432" y="2590048"/>
            <a:ext cx="7154316" cy="540000"/>
            <a:chOff x="3986349" y="2112243"/>
            <a:chExt cx="4377860" cy="540000"/>
          </a:xfrm>
        </p:grpSpPr>
        <p:sp>
          <p:nvSpPr>
            <p:cNvPr id="24" name="圆角矩形 1">
              <a:extLst>
                <a:ext uri="{FF2B5EF4-FFF2-40B4-BE49-F238E27FC236}">
                  <a16:creationId xmlns:a16="http://schemas.microsoft.com/office/drawing/2014/main" id="{30471E3F-B04A-4C3B-B5AC-6522CFCD3451}"/>
                </a:ext>
              </a:extLst>
            </p:cNvPr>
            <p:cNvSpPr/>
            <p:nvPr/>
          </p:nvSpPr>
          <p:spPr>
            <a:xfrm>
              <a:off x="3986351" y="2115843"/>
              <a:ext cx="4377858" cy="532800"/>
            </a:xfrm>
            <a:prstGeom prst="roundRect">
              <a:avLst>
                <a:gd name="adj" fmla="val 50000"/>
              </a:avLst>
            </a:prstGeom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1003">
              <a:schemeClr val="lt2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25" name="圆角矩形 2">
              <a:extLst>
                <a:ext uri="{FF2B5EF4-FFF2-40B4-BE49-F238E27FC236}">
                  <a16:creationId xmlns:a16="http://schemas.microsoft.com/office/drawing/2014/main" id="{647D7968-6527-4C57-81E5-A158AB9AF24C}"/>
                </a:ext>
              </a:extLst>
            </p:cNvPr>
            <p:cNvSpPr/>
            <p:nvPr/>
          </p:nvSpPr>
          <p:spPr>
            <a:xfrm>
              <a:off x="3986349" y="2112243"/>
              <a:ext cx="330436" cy="540000"/>
            </a:xfrm>
            <a:prstGeom prst="roundRect">
              <a:avLst>
                <a:gd name="adj" fmla="val 50000"/>
              </a:avLst>
            </a:prstGeom>
            <a:solidFill>
              <a:srgbClr val="B0C4D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CDFCF979-1EA1-47C6-973E-AD998F9C61D4}"/>
                </a:ext>
              </a:extLst>
            </p:cNvPr>
            <p:cNvSpPr/>
            <p:nvPr/>
          </p:nvSpPr>
          <p:spPr>
            <a:xfrm>
              <a:off x="4372321" y="2133361"/>
              <a:ext cx="3991887" cy="4977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光电编码器</a:t>
              </a:r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C7252DC-2602-4E91-9574-CAFBB4A35A36}"/>
              </a:ext>
            </a:extLst>
          </p:cNvPr>
          <p:cNvGrpSpPr/>
          <p:nvPr/>
        </p:nvGrpSpPr>
        <p:grpSpPr>
          <a:xfrm>
            <a:off x="2573433" y="3564722"/>
            <a:ext cx="7154316" cy="540000"/>
            <a:chOff x="3986349" y="2112243"/>
            <a:chExt cx="4377860" cy="540000"/>
          </a:xfrm>
        </p:grpSpPr>
        <p:sp>
          <p:nvSpPr>
            <p:cNvPr id="21" name="圆角矩形 1">
              <a:extLst>
                <a:ext uri="{FF2B5EF4-FFF2-40B4-BE49-F238E27FC236}">
                  <a16:creationId xmlns:a16="http://schemas.microsoft.com/office/drawing/2014/main" id="{5AAD156F-88E6-45A7-B30F-341AF56BE53E}"/>
                </a:ext>
              </a:extLst>
            </p:cNvPr>
            <p:cNvSpPr/>
            <p:nvPr/>
          </p:nvSpPr>
          <p:spPr>
            <a:xfrm>
              <a:off x="3986351" y="2115843"/>
              <a:ext cx="4377858" cy="532800"/>
            </a:xfrm>
            <a:prstGeom prst="roundRect">
              <a:avLst>
                <a:gd name="adj" fmla="val 50000"/>
              </a:avLst>
            </a:prstGeom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1003">
              <a:schemeClr val="lt2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22" name="圆角矩形 2">
              <a:extLst>
                <a:ext uri="{FF2B5EF4-FFF2-40B4-BE49-F238E27FC236}">
                  <a16:creationId xmlns:a16="http://schemas.microsoft.com/office/drawing/2014/main" id="{D9DD33ED-F42A-46A6-9840-EBD540BAB593}"/>
                </a:ext>
              </a:extLst>
            </p:cNvPr>
            <p:cNvSpPr/>
            <p:nvPr/>
          </p:nvSpPr>
          <p:spPr>
            <a:xfrm>
              <a:off x="3986349" y="2112243"/>
              <a:ext cx="330436" cy="540000"/>
            </a:xfrm>
            <a:prstGeom prst="roundRect">
              <a:avLst>
                <a:gd name="adj" fmla="val 50000"/>
              </a:avLst>
            </a:prstGeom>
            <a:solidFill>
              <a:srgbClr val="7F9EC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0D72BC5A-CF5E-4468-AE28-812C3AD747F9}"/>
                </a:ext>
              </a:extLst>
            </p:cNvPr>
            <p:cNvSpPr/>
            <p:nvPr/>
          </p:nvSpPr>
          <p:spPr>
            <a:xfrm>
              <a:off x="4372321" y="2133361"/>
              <a:ext cx="3991887" cy="4977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霍尔编码器</a:t>
              </a:r>
            </a:p>
          </p:txBody>
        </p:sp>
      </p:grp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07C1F12F-7921-4234-8C9A-851FA733D2B2}"/>
              </a:ext>
            </a:extLst>
          </p:cNvPr>
          <p:cNvGrpSpPr/>
          <p:nvPr/>
        </p:nvGrpSpPr>
        <p:grpSpPr>
          <a:xfrm>
            <a:off x="2573433" y="4532196"/>
            <a:ext cx="7158729" cy="540000"/>
            <a:chOff x="3986349" y="2112243"/>
            <a:chExt cx="4380564" cy="540000"/>
          </a:xfrm>
        </p:grpSpPr>
        <p:sp>
          <p:nvSpPr>
            <p:cNvPr id="41" name="圆角矩形 1">
              <a:extLst>
                <a:ext uri="{FF2B5EF4-FFF2-40B4-BE49-F238E27FC236}">
                  <a16:creationId xmlns:a16="http://schemas.microsoft.com/office/drawing/2014/main" id="{6FEF9BFF-CDF9-46FC-B8E6-2F558E564750}"/>
                </a:ext>
              </a:extLst>
            </p:cNvPr>
            <p:cNvSpPr/>
            <p:nvPr/>
          </p:nvSpPr>
          <p:spPr>
            <a:xfrm>
              <a:off x="3989055" y="2115843"/>
              <a:ext cx="4377858" cy="532800"/>
            </a:xfrm>
            <a:prstGeom prst="roundRect">
              <a:avLst>
                <a:gd name="adj" fmla="val 50000"/>
              </a:avLst>
            </a:prstGeom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1003">
              <a:schemeClr val="lt2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42" name="圆角矩形 2">
              <a:extLst>
                <a:ext uri="{FF2B5EF4-FFF2-40B4-BE49-F238E27FC236}">
                  <a16:creationId xmlns:a16="http://schemas.microsoft.com/office/drawing/2014/main" id="{747CAAB2-9733-4EB9-906C-78CF55FEF5EF}"/>
                </a:ext>
              </a:extLst>
            </p:cNvPr>
            <p:cNvSpPr/>
            <p:nvPr/>
          </p:nvSpPr>
          <p:spPr>
            <a:xfrm>
              <a:off x="3986349" y="2112243"/>
              <a:ext cx="330436" cy="540000"/>
            </a:xfrm>
            <a:prstGeom prst="roundRect">
              <a:avLst>
                <a:gd name="adj" fmla="val 50000"/>
              </a:avLst>
            </a:prstGeom>
            <a:solidFill>
              <a:srgbClr val="B0C4D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F3C34084-3012-4845-8D21-5E4620061A81}"/>
                </a:ext>
              </a:extLst>
            </p:cNvPr>
            <p:cNvSpPr/>
            <p:nvPr/>
          </p:nvSpPr>
          <p:spPr>
            <a:xfrm>
              <a:off x="4372320" y="2133361"/>
              <a:ext cx="3890274" cy="4968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步进电机闭环控制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7DF0E341-0ABC-435B-BEC8-DA0E8340B076}"/>
              </a:ext>
            </a:extLst>
          </p:cNvPr>
          <p:cNvGrpSpPr/>
          <p:nvPr/>
        </p:nvGrpSpPr>
        <p:grpSpPr>
          <a:xfrm>
            <a:off x="2575643" y="5506870"/>
            <a:ext cx="7158729" cy="540000"/>
            <a:chOff x="3986349" y="2112243"/>
            <a:chExt cx="4380564" cy="540000"/>
          </a:xfrm>
        </p:grpSpPr>
        <p:sp>
          <p:nvSpPr>
            <p:cNvPr id="28" name="圆角矩形 1">
              <a:extLst>
                <a:ext uri="{FF2B5EF4-FFF2-40B4-BE49-F238E27FC236}">
                  <a16:creationId xmlns:a16="http://schemas.microsoft.com/office/drawing/2014/main" id="{ECEFC735-8234-4786-88D6-CB8923D36C0B}"/>
                </a:ext>
              </a:extLst>
            </p:cNvPr>
            <p:cNvSpPr/>
            <p:nvPr/>
          </p:nvSpPr>
          <p:spPr>
            <a:xfrm>
              <a:off x="3989055" y="2115843"/>
              <a:ext cx="4377858" cy="532800"/>
            </a:xfrm>
            <a:prstGeom prst="roundRect">
              <a:avLst>
                <a:gd name="adj" fmla="val 50000"/>
              </a:avLst>
            </a:prstGeom>
            <a:ln>
              <a:solidFill>
                <a:schemeClr val="bg1"/>
              </a:solidFill>
            </a:ln>
          </p:spPr>
          <p:style>
            <a:lnRef idx="0">
              <a:scrgbClr r="0" g="0" b="0"/>
            </a:lnRef>
            <a:fillRef idx="1003">
              <a:schemeClr val="lt2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29" name="圆角矩形 2">
              <a:extLst>
                <a:ext uri="{FF2B5EF4-FFF2-40B4-BE49-F238E27FC236}">
                  <a16:creationId xmlns:a16="http://schemas.microsoft.com/office/drawing/2014/main" id="{C8FD9506-749C-45F8-BD13-E86340D18E44}"/>
                </a:ext>
              </a:extLst>
            </p:cNvPr>
            <p:cNvSpPr/>
            <p:nvPr/>
          </p:nvSpPr>
          <p:spPr>
            <a:xfrm>
              <a:off x="3986349" y="2112243"/>
              <a:ext cx="330436" cy="540000"/>
            </a:xfrm>
            <a:prstGeom prst="roundRect">
              <a:avLst>
                <a:gd name="adj" fmla="val 50000"/>
              </a:avLst>
            </a:prstGeom>
            <a:solidFill>
              <a:srgbClr val="7F9EC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003">
              <a:schemeClr val="dk2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endParaRP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F36A626B-F35D-42A5-A982-FFE71E5A81D2}"/>
                </a:ext>
              </a:extLst>
            </p:cNvPr>
            <p:cNvSpPr/>
            <p:nvPr/>
          </p:nvSpPr>
          <p:spPr>
            <a:xfrm>
              <a:off x="4372320" y="2133361"/>
              <a:ext cx="3890274" cy="49680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2400" b="1" dirty="0">
                  <a:latin typeface="Times New Roman" panose="02020603050405020304" pitchFamily="18" charset="0"/>
                  <a:ea typeface="微软雅黑" panose="020B0503020204020204" pitchFamily="34" charset="-122"/>
                  <a:cs typeface="+mn-ea"/>
                  <a:sym typeface="Times New Roman" panose="02020603050405020304" pitchFamily="18" charset="0"/>
                </a:rPr>
                <a:t>实践：用编码器对步进电机进行闭环控制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936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346E33-30E9-48E5-BC52-D2C7C2FD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§1 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编码器（</a:t>
            </a:r>
            <a:r>
              <a:rPr lang="en-US" altLang="zh-CN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encoder</a:t>
            </a:r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）概述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8F5A9B2-B00A-4808-9BF1-735BA96D5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用于</a:t>
            </a:r>
            <a:r>
              <a:rPr lang="zh-CN" altLang="en-US" dirty="0">
                <a:solidFill>
                  <a:srgbClr val="C00000"/>
                </a:solidFill>
              </a:rPr>
              <a:t>提供反馈</a:t>
            </a:r>
            <a:r>
              <a:rPr lang="zh-CN" altLang="en-US" dirty="0"/>
              <a:t>，将</a:t>
            </a:r>
            <a:r>
              <a:rPr lang="zh-CN" altLang="en-US" dirty="0">
                <a:solidFill>
                  <a:srgbClr val="C00000"/>
                </a:solidFill>
              </a:rPr>
              <a:t>角位移</a:t>
            </a:r>
            <a:r>
              <a:rPr lang="zh-CN" altLang="en-US" dirty="0"/>
              <a:t>或</a:t>
            </a:r>
            <a:r>
              <a:rPr lang="zh-CN" altLang="en-US" dirty="0">
                <a:solidFill>
                  <a:srgbClr val="C00000"/>
                </a:solidFill>
              </a:rPr>
              <a:t>线位移</a:t>
            </a:r>
            <a:r>
              <a:rPr lang="zh-CN" altLang="en-US" dirty="0"/>
              <a:t>转换为电信号的装置。</a:t>
            </a:r>
            <a:endParaRPr lang="en-US" altLang="zh-CN" dirty="0"/>
          </a:p>
          <a:p>
            <a:r>
              <a:rPr lang="zh-CN" altLang="en-US" dirty="0"/>
              <a:t>感知</a:t>
            </a:r>
            <a:r>
              <a:rPr lang="zh-CN" altLang="en-US" dirty="0">
                <a:solidFill>
                  <a:srgbClr val="C00000"/>
                </a:solidFill>
              </a:rPr>
              <a:t>位置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方向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速度</a:t>
            </a:r>
            <a:r>
              <a:rPr lang="zh-CN" altLang="en-US" dirty="0"/>
              <a:t>，或</a:t>
            </a:r>
            <a:r>
              <a:rPr lang="zh-CN" altLang="en-US" dirty="0">
                <a:solidFill>
                  <a:srgbClr val="C00000"/>
                </a:solidFill>
              </a:rPr>
              <a:t>计数</a:t>
            </a:r>
            <a:r>
              <a:rPr lang="zh-CN" altLang="en-US" dirty="0"/>
              <a:t>，广泛应用于高度、行程、角度及速度的可靠或精确测量。</a:t>
            </a:r>
            <a:endParaRPr lang="en-US" altLang="zh-CN" dirty="0"/>
          </a:p>
          <a:p>
            <a:r>
              <a:rPr lang="zh-CN" altLang="en-US" dirty="0"/>
              <a:t>分类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AE4BE07-369E-4BD1-9BC1-45FE7CDF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3</a:t>
            </a:fld>
            <a:endParaRPr lang="zh-CN" altLang="en-US" dirty="0"/>
          </a:p>
        </p:txBody>
      </p:sp>
      <p:graphicFrame>
        <p:nvGraphicFramePr>
          <p:cNvPr id="7" name="图示 6">
            <a:extLst>
              <a:ext uri="{FF2B5EF4-FFF2-40B4-BE49-F238E27FC236}">
                <a16:creationId xmlns:a16="http://schemas.microsoft.com/office/drawing/2014/main" id="{CD31873D-FFAC-42EE-BF71-753EE3A6104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6289099"/>
              </p:ext>
            </p:extLst>
          </p:nvPr>
        </p:nvGraphicFramePr>
        <p:xfrm>
          <a:off x="940235" y="3612582"/>
          <a:ext cx="3822834" cy="29342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769801D6-C3BE-4440-9A71-4F9E5AA59B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72127"/>
              </p:ext>
            </p:extLst>
          </p:nvPr>
        </p:nvGraphicFramePr>
        <p:xfrm>
          <a:off x="5304430" y="3710749"/>
          <a:ext cx="6214470" cy="2644558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1242894">
                  <a:extLst>
                    <a:ext uri="{9D8B030D-6E8A-4147-A177-3AD203B41FA5}">
                      <a16:colId xmlns:a16="http://schemas.microsoft.com/office/drawing/2014/main" val="1452242304"/>
                    </a:ext>
                  </a:extLst>
                </a:gridCol>
                <a:gridCol w="1242894">
                  <a:extLst>
                    <a:ext uri="{9D8B030D-6E8A-4147-A177-3AD203B41FA5}">
                      <a16:colId xmlns:a16="http://schemas.microsoft.com/office/drawing/2014/main" val="2369146248"/>
                    </a:ext>
                  </a:extLst>
                </a:gridCol>
                <a:gridCol w="1242894">
                  <a:extLst>
                    <a:ext uri="{9D8B030D-6E8A-4147-A177-3AD203B41FA5}">
                      <a16:colId xmlns:a16="http://schemas.microsoft.com/office/drawing/2014/main" val="758982816"/>
                    </a:ext>
                  </a:extLst>
                </a:gridCol>
                <a:gridCol w="1242894">
                  <a:extLst>
                    <a:ext uri="{9D8B030D-6E8A-4147-A177-3AD203B41FA5}">
                      <a16:colId xmlns:a16="http://schemas.microsoft.com/office/drawing/2014/main" val="1881460428"/>
                    </a:ext>
                  </a:extLst>
                </a:gridCol>
                <a:gridCol w="1242894">
                  <a:extLst>
                    <a:ext uri="{9D8B030D-6E8A-4147-A177-3AD203B41FA5}">
                      <a16:colId xmlns:a16="http://schemas.microsoft.com/office/drawing/2014/main" val="1535614944"/>
                    </a:ext>
                  </a:extLst>
                </a:gridCol>
              </a:tblGrid>
              <a:tr h="377794">
                <a:tc>
                  <a:txBody>
                    <a:bodyPr/>
                    <a:lstStyle/>
                    <a:p>
                      <a:pPr algn="ctr"/>
                      <a:endParaRPr lang="zh-CN" altLang="en-US" sz="2000" b="1" kern="1200" dirty="0">
                        <a:solidFill>
                          <a:srgbClr val="0070C0"/>
                        </a:solidFill>
                        <a:latin typeface="Times New Roman" panose="02020603050405020304" pitchFamily="18" charset="0"/>
                        <a:ea typeface="微软雅黑" panose="020B0503020204020204" pitchFamily="34" charset="-122"/>
                        <a:cs typeface="+mn-cs"/>
                      </a:endParaRP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rgbClr val="121212"/>
                          </a:solidFill>
                          <a:effectLst/>
                        </a:rPr>
                        <a:t>光电式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rgbClr val="121212"/>
                          </a:solidFill>
                          <a:effectLst/>
                        </a:rPr>
                        <a:t>霍尔式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rgbClr val="121212"/>
                          </a:solidFill>
                          <a:effectLst/>
                        </a:rPr>
                        <a:t>磁阻式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4D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rgbClr val="121212"/>
                          </a:solidFill>
                          <a:effectLst/>
                        </a:rPr>
                        <a:t>电容式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C4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164982"/>
                  </a:ext>
                </a:extLst>
              </a:tr>
              <a:tr h="3777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结构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复杂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简单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较复杂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灵活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765499"/>
                  </a:ext>
                </a:extLst>
              </a:tr>
              <a:tr h="3777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体积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9E9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较大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小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较小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小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794386"/>
                  </a:ext>
                </a:extLst>
              </a:tr>
              <a:tr h="3777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精度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高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较高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高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高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747010"/>
                  </a:ext>
                </a:extLst>
              </a:tr>
              <a:tr h="3777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effectLst/>
                        </a:rPr>
                        <a:t>成本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effectLst/>
                        </a:rPr>
                        <a:t>较高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低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较低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较低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690804"/>
                  </a:ext>
                </a:extLst>
              </a:tr>
              <a:tr h="3777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环境要求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高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低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低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低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919192"/>
                  </a:ext>
                </a:extLst>
              </a:tr>
              <a:tr h="377794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抗干扰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>
                          <a:effectLst/>
                        </a:rPr>
                        <a:t>弱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一般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强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高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412268"/>
                  </a:ext>
                </a:extLst>
              </a:tr>
            </a:tbl>
          </a:graphicData>
        </a:graphic>
      </p:graphicFrame>
      <p:sp>
        <p:nvSpPr>
          <p:cNvPr id="10" name="内容占位符 2">
            <a:extLst>
              <a:ext uri="{FF2B5EF4-FFF2-40B4-BE49-F238E27FC236}">
                <a16:creationId xmlns:a16="http://schemas.microsoft.com/office/drawing/2014/main" id="{D6810D4C-09FE-4A57-9308-643D008B7D24}"/>
              </a:ext>
            </a:extLst>
          </p:cNvPr>
          <p:cNvSpPr txBox="1">
            <a:spLocks/>
          </p:cNvSpPr>
          <p:nvPr/>
        </p:nvSpPr>
        <p:spPr>
          <a:xfrm>
            <a:off x="5236051" y="3106332"/>
            <a:ext cx="1323833" cy="696789"/>
          </a:xfrm>
          <a:prstGeom prst="rect">
            <a:avLst/>
          </a:prstGeom>
        </p:spPr>
        <p:txBody>
          <a:bodyPr/>
          <a:lstStyle>
            <a:lvl1pPr marL="360363" indent="-360363" algn="just" defTabSz="514350" rtl="0" eaLnBrk="1" latinLnBrk="0" hangingPunct="1">
              <a:lnSpc>
                <a:spcPct val="150000"/>
              </a:lnSpc>
              <a:spcBef>
                <a:spcPts val="563"/>
              </a:spcBef>
              <a:buClr>
                <a:srgbClr val="336699"/>
              </a:buClr>
              <a:buSzPct val="100000"/>
              <a:buFont typeface="Wingdings" panose="05000000000000000000" pitchFamily="2" charset="2"/>
              <a:buChar char="l"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28650" indent="-360363" algn="just" defTabSz="514350" rtl="0" eaLnBrk="1" latinLnBrk="0" hangingPunct="1">
              <a:lnSpc>
                <a:spcPct val="150000"/>
              </a:lnSpc>
              <a:spcBef>
                <a:spcPts val="281"/>
              </a:spcBef>
              <a:buClr>
                <a:srgbClr val="99CCFF"/>
              </a:buClr>
              <a:buFont typeface="Wingdings" panose="05000000000000000000" pitchFamily="2" charset="2"/>
              <a:buChar char="l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95350" indent="-355600" algn="just" defTabSz="514350" rtl="0" eaLnBrk="1" latinLnBrk="0" hangingPunct="1">
              <a:lnSpc>
                <a:spcPct val="150000"/>
              </a:lnSpc>
              <a:spcBef>
                <a:spcPts val="281"/>
              </a:spcBef>
              <a:buClr>
                <a:schemeClr val="tx2">
                  <a:lumMod val="60000"/>
                  <a:lumOff val="40000"/>
                </a:schemeClr>
              </a:buClr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163638" indent="-355600" algn="just" defTabSz="514350" rtl="0" eaLnBrk="1" latinLnBrk="0" hangingPunct="1">
              <a:lnSpc>
                <a:spcPct val="150000"/>
              </a:lnSpc>
              <a:spcBef>
                <a:spcPts val="281"/>
              </a:spcBef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436688" indent="-360363" algn="just" defTabSz="514350" rtl="0" eaLnBrk="1" latinLnBrk="0" hangingPunct="1">
              <a:lnSpc>
                <a:spcPct val="150000"/>
              </a:lnSpc>
              <a:spcBef>
                <a:spcPts val="281"/>
              </a:spcBef>
              <a:buClr>
                <a:srgbClr val="99CCFF"/>
              </a:buClr>
              <a:buFont typeface="Wingdings" panose="05000000000000000000" pitchFamily="2" charset="2"/>
              <a:buChar char="l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41446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67163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928813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85988" indent="-128588" algn="l" defTabSz="514350" rtl="0" eaLnBrk="1" latinLnBrk="0" hangingPunct="1">
              <a:lnSpc>
                <a:spcPct val="90000"/>
              </a:lnSpc>
              <a:spcBef>
                <a:spcPts val="281"/>
              </a:spcBef>
              <a:buFont typeface="Arial" panose="020B0604020202020204" pitchFamily="34" charset="0"/>
              <a:buChar char="•"/>
              <a:defRPr sz="10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zh-CN" altLang="en-US" dirty="0"/>
              <a:t>特点</a:t>
            </a:r>
          </a:p>
        </p:txBody>
      </p:sp>
    </p:spTree>
    <p:extLst>
      <p:ext uri="{BB962C8B-B14F-4D97-AF65-F5344CB8AC3E}">
        <p14:creationId xmlns:p14="http://schemas.microsoft.com/office/powerpoint/2010/main" val="3736061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2546CC-5C0A-41A3-A199-CCF0C44C3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>
                <a:latin typeface="Times New Roman" panose="02020603050405020304" pitchFamily="18" charset="0"/>
                <a:ea typeface="微软雅黑" panose="020B0503020204020204" pitchFamily="34" charset="-122"/>
                <a:cs typeface="+mn-ea"/>
                <a:sym typeface="Times New Roman" panose="02020603050405020304" pitchFamily="18" charset="0"/>
              </a:rPr>
              <a:t>编码器的应用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FD4C0CD-D9CA-414A-A75E-40241E536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4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FA4F6E4-0162-4D70-B024-7BE597F381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42" b="89975" l="2012" r="98053">
                        <a14:foregroundMark x1="6035" y1="79449" x2="7722" y2="78947"/>
                        <a14:foregroundMark x1="2920" y1="80618" x2="2920" y2="80618"/>
                        <a14:foregroundMark x1="92472" y1="60568" x2="92472" y2="60568"/>
                        <a14:foregroundMark x1="96690" y1="62657" x2="96690" y2="62657"/>
                        <a14:foregroundMark x1="98118" y1="57978" x2="98118" y2="57978"/>
                        <a14:foregroundMark x1="2012" y1="79616" x2="2012" y2="79616"/>
                        <a14:backgroundMark x1="32966" y1="56558" x2="32966" y2="56558"/>
                        <a14:backgroundMark x1="78326" y1="66416" x2="78326" y2="66416"/>
                        <a14:backgroundMark x1="82479" y1="62239" x2="79104" y2="6499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387" y="3819692"/>
            <a:ext cx="3510903" cy="2727158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82733478-1C41-4F01-A245-EB3573D17D8D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3118" y="1316789"/>
            <a:ext cx="2284496" cy="4061327"/>
          </a:xfrm>
          <a:prstGeom prst="rect">
            <a:avLst/>
          </a:prstGeom>
        </p:spPr>
      </p:pic>
      <p:pic>
        <p:nvPicPr>
          <p:cNvPr id="8" name="内容占位符 9">
            <a:extLst>
              <a:ext uri="{FF2B5EF4-FFF2-40B4-BE49-F238E27FC236}">
                <a16:creationId xmlns:a16="http://schemas.microsoft.com/office/drawing/2014/main" id="{BA0C1060-5EAC-424F-AECC-FCC36CF04184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6598" y="1316789"/>
            <a:ext cx="1960186" cy="2956950"/>
          </a:xfr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40D4EF0B-0622-48D8-82FD-8D64CCC2A0C6}"/>
              </a:ext>
            </a:extLst>
          </p:cNvPr>
          <p:cNvSpPr txBox="1"/>
          <p:nvPr/>
        </p:nvSpPr>
        <p:spPr>
          <a:xfrm>
            <a:off x="648351" y="1197008"/>
            <a:ext cx="1236159" cy="945497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txBody>
          <a:bodyPr wrap="square" lIns="0" tIns="0" rIns="0" bIns="72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编码器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测量角位移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1018BEC-61B7-47DE-988C-D3CEE8187612}"/>
              </a:ext>
            </a:extLst>
          </p:cNvPr>
          <p:cNvSpPr txBox="1"/>
          <p:nvPr/>
        </p:nvSpPr>
        <p:spPr>
          <a:xfrm>
            <a:off x="616387" y="4399524"/>
            <a:ext cx="1300088" cy="945497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txBody>
          <a:bodyPr wrap="square" lIns="0" tIns="0" rIns="0" bIns="72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光栅尺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测量线位移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5002BDA-159B-4529-8A09-F619499A3A4F}"/>
              </a:ext>
            </a:extLst>
          </p:cNvPr>
          <p:cNvSpPr txBox="1"/>
          <p:nvPr/>
        </p:nvSpPr>
        <p:spPr>
          <a:xfrm>
            <a:off x="4833118" y="5460692"/>
            <a:ext cx="2284496" cy="944788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txBody>
          <a:bodyPr wrap="square" lIns="0" tIns="0" rIns="0" bIns="72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步进电机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+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编码器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电驱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-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数显铣床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0EF94F2-5B1C-4550-8C9A-ECC1DE70C3AD}"/>
              </a:ext>
            </a:extLst>
          </p:cNvPr>
          <p:cNvSpPr txBox="1"/>
          <p:nvPr/>
        </p:nvSpPr>
        <p:spPr>
          <a:xfrm>
            <a:off x="8250883" y="4675148"/>
            <a:ext cx="2855495" cy="485797"/>
          </a:xfrm>
          <a:prstGeom prst="roundRect">
            <a:avLst/>
          </a:prstGeom>
          <a:solidFill>
            <a:srgbClr val="336699"/>
          </a:solidFill>
          <a:ln>
            <a:noFill/>
          </a:ln>
        </p:spPr>
        <p:txBody>
          <a:bodyPr wrap="square" lIns="0" tIns="0" rIns="0" bIns="72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登辉项目中使用数控铣床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751489CF-FE21-49BA-ADF1-61B8CB3E1054}"/>
              </a:ext>
            </a:extLst>
          </p:cNvPr>
          <p:cNvGrpSpPr/>
          <p:nvPr/>
        </p:nvGrpSpPr>
        <p:grpSpPr>
          <a:xfrm>
            <a:off x="3985473" y="2578965"/>
            <a:ext cx="3929607" cy="2293307"/>
            <a:chOff x="3985473" y="2578965"/>
            <a:chExt cx="3929607" cy="2293307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79D423FF-9B6D-46E4-AFBF-B4ACC805008D}"/>
                </a:ext>
              </a:extLst>
            </p:cNvPr>
            <p:cNvSpPr/>
            <p:nvPr/>
          </p:nvSpPr>
          <p:spPr>
            <a:xfrm>
              <a:off x="3985473" y="4502940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C00000"/>
                  </a:solidFill>
                  <a:latin typeface="+mn-ea"/>
                  <a:ea typeface="+mn-ea"/>
                </a:rPr>
                <a:t>光栅尺</a:t>
              </a:r>
            </a:p>
          </p:txBody>
        </p: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02FAD61D-568F-40BD-9E26-65B45F99FBF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672443" y="3851564"/>
              <a:ext cx="529254" cy="704310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91BDE0A-9B57-4022-8CAB-BA8B02E208A4}"/>
                </a:ext>
              </a:extLst>
            </p:cNvPr>
            <p:cNvSpPr/>
            <p:nvPr/>
          </p:nvSpPr>
          <p:spPr>
            <a:xfrm>
              <a:off x="7037917" y="2578965"/>
              <a:ext cx="646331" cy="92333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C00000"/>
                  </a:solidFill>
                  <a:latin typeface="+mn-ea"/>
                  <a:ea typeface="+mn-ea"/>
                </a:rPr>
                <a:t>闭环</a:t>
              </a:r>
              <a:br>
                <a:rPr lang="en-US" altLang="zh-CN" dirty="0">
                  <a:solidFill>
                    <a:srgbClr val="C00000"/>
                  </a:solidFill>
                  <a:latin typeface="+mn-ea"/>
                  <a:ea typeface="+mn-ea"/>
                </a:rPr>
              </a:br>
              <a:r>
                <a:rPr lang="zh-CN" altLang="en-US" dirty="0">
                  <a:solidFill>
                    <a:srgbClr val="C00000"/>
                  </a:solidFill>
                  <a:latin typeface="+mn-ea"/>
                  <a:ea typeface="+mn-ea"/>
                </a:rPr>
                <a:t>步进</a:t>
              </a:r>
              <a:endParaRPr lang="en-US" altLang="zh-CN" dirty="0">
                <a:solidFill>
                  <a:srgbClr val="C00000"/>
                </a:solidFill>
                <a:latin typeface="+mn-ea"/>
                <a:ea typeface="+mn-ea"/>
              </a:endParaRPr>
            </a:p>
            <a:p>
              <a:pPr algn="ctr"/>
              <a:r>
                <a:rPr lang="zh-CN" altLang="en-US" dirty="0">
                  <a:solidFill>
                    <a:srgbClr val="C00000"/>
                  </a:solidFill>
                  <a:latin typeface="+mn-ea"/>
                  <a:ea typeface="+mn-ea"/>
                </a:rPr>
                <a:t>电机</a:t>
              </a: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F9B9451B-AC3A-4415-BB78-616800D3E90B}"/>
                </a:ext>
              </a:extLst>
            </p:cNvPr>
            <p:cNvCxnSpPr>
              <a:cxnSpLocks/>
              <a:stCxn id="7" idx="3"/>
            </p:cNvCxnSpPr>
            <p:nvPr/>
          </p:nvCxnSpPr>
          <p:spPr>
            <a:xfrm flipH="1">
              <a:off x="6828020" y="3347453"/>
              <a:ext cx="289594" cy="590357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6107104B-3BDC-4F36-8A8F-A89DBA800E1F}"/>
                </a:ext>
              </a:extLst>
            </p:cNvPr>
            <p:cNvSpPr/>
            <p:nvPr/>
          </p:nvSpPr>
          <p:spPr>
            <a:xfrm>
              <a:off x="7037917" y="3708354"/>
              <a:ext cx="877163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zh-CN" altLang="en-US" dirty="0">
                  <a:solidFill>
                    <a:srgbClr val="C00000"/>
                  </a:solidFill>
                  <a:latin typeface="+mn-ea"/>
                  <a:ea typeface="+mn-ea"/>
                </a:rPr>
                <a:t>操控盒</a:t>
              </a:r>
            </a:p>
          </p:txBody>
        </p: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D4957DE1-0590-4295-8721-23DB0F0D33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44354" y="4077686"/>
              <a:ext cx="333935" cy="392771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MillingMachinePlayer">
            <a:hlinkClick r:id="" action="ppaction://media"/>
            <a:extLst>
              <a:ext uri="{FF2B5EF4-FFF2-40B4-BE49-F238E27FC236}">
                <a16:creationId xmlns:a16="http://schemas.microsoft.com/office/drawing/2014/main" id="{D2A45822-FFC9-4304-8150-962B28214B13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8000313" y="2667767"/>
            <a:ext cx="3356634" cy="1888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774951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 mute="1">
                <p:cTn id="2" fill="hold" display="0">
                  <p:stCondLst>
                    <p:cond delay="indefinite"/>
                  </p:stCondLst>
                </p:cTn>
                <p:tgtEl>
                  <p:spTgt spid="36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B9C731-A896-4382-AB42-BD33E2F24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2" y="656732"/>
            <a:ext cx="4861858" cy="453998"/>
          </a:xfrm>
        </p:spPr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§2.1 </a:t>
            </a:r>
            <a:r>
              <a:rPr lang="zh-CN" altLang="en-US" dirty="0"/>
              <a:t>结构（增量式）</a:t>
            </a:r>
            <a:br>
              <a:rPr lang="en-US" altLang="zh-CN" dirty="0"/>
            </a:b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B08F58-6163-47B2-AB15-3AAECC6C8D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1" y="1232400"/>
            <a:ext cx="5148923" cy="5003300"/>
          </a:xfrm>
        </p:spPr>
        <p:txBody>
          <a:bodyPr/>
          <a:lstStyle/>
          <a:p>
            <a:r>
              <a:rPr lang="zh-CN" altLang="en-US" dirty="0">
                <a:solidFill>
                  <a:srgbClr val="C00000"/>
                </a:solidFill>
              </a:rPr>
              <a:t>发光元件</a:t>
            </a:r>
            <a:r>
              <a:rPr lang="zh-CN" altLang="en-US" dirty="0"/>
              <a:t>：</a:t>
            </a:r>
            <a:r>
              <a:rPr lang="en-US" altLang="zh-CN" dirty="0"/>
              <a:t>LED</a:t>
            </a:r>
          </a:p>
          <a:p>
            <a:r>
              <a:rPr lang="zh-CN" altLang="en-US" dirty="0">
                <a:solidFill>
                  <a:srgbClr val="C00000"/>
                </a:solidFill>
              </a:rPr>
              <a:t>码盘</a:t>
            </a:r>
            <a:r>
              <a:rPr lang="zh-CN" altLang="en-US" dirty="0"/>
              <a:t>：刻有规则的透光线条的圆盘。</a:t>
            </a:r>
            <a:endParaRPr lang="en-US" altLang="zh-CN" dirty="0"/>
          </a:p>
          <a:p>
            <a:r>
              <a:rPr lang="zh-CN" altLang="en-US" dirty="0">
                <a:solidFill>
                  <a:srgbClr val="C00000"/>
                </a:solidFill>
              </a:rPr>
              <a:t>光敏元件</a:t>
            </a:r>
            <a:r>
              <a:rPr lang="zh-CN" altLang="en-US" dirty="0"/>
              <a:t>：光电传感器</a:t>
            </a:r>
            <a:endParaRPr lang="en-US" altLang="zh-CN" dirty="0"/>
          </a:p>
          <a:p>
            <a:r>
              <a:rPr lang="zh-CN" altLang="en-US" dirty="0"/>
              <a:t>安装在电机转轴上的码盘旋转，</a:t>
            </a:r>
            <a:r>
              <a:rPr lang="en-US" altLang="zh-CN" dirty="0"/>
              <a:t>LED</a:t>
            </a:r>
            <a:r>
              <a:rPr lang="zh-CN" altLang="en-US" dirty="0"/>
              <a:t>发出的光经过码盘，产生透光和不透光的光脉冲。</a:t>
            </a:r>
            <a:endParaRPr lang="en-US" altLang="zh-CN" dirty="0"/>
          </a:p>
          <a:p>
            <a:r>
              <a:rPr lang="zh-CN" altLang="en-US" dirty="0"/>
              <a:t>光敏元件检测光脉冲，转换成数字信号输出。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5A6831D-3024-4AA7-B8B7-4F27C99F4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5</a:t>
            </a:fld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B365286-34C4-4355-A2DD-824CB2741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662" y="796330"/>
            <a:ext cx="5608526" cy="539492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8AFB12B-423F-4028-A84F-A37BD20F9ADF}"/>
              </a:ext>
            </a:extLst>
          </p:cNvPr>
          <p:cNvSpPr txBox="1"/>
          <p:nvPr/>
        </p:nvSpPr>
        <p:spPr>
          <a:xfrm>
            <a:off x="9152197" y="3084928"/>
            <a:ext cx="1900116" cy="945497"/>
          </a:xfrm>
          <a:prstGeom prst="roundRect">
            <a:avLst/>
          </a:prstGeom>
          <a:solidFill>
            <a:srgbClr val="3366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0" rIns="0" bIns="72000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绝对值式编码器有更复杂的码盘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730465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74BBB5-16E1-4FC1-8D95-99EC776CC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§2.2 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检测原理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F78FCE-834C-42BB-A00F-71260FD069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6</a:t>
            </a:fld>
            <a:endParaRPr lang="zh-CN" altLang="en-US" dirty="0"/>
          </a:p>
        </p:txBody>
      </p:sp>
      <p:grpSp>
        <p:nvGrpSpPr>
          <p:cNvPr id="37" name="组合 36">
            <a:extLst>
              <a:ext uri="{FF2B5EF4-FFF2-40B4-BE49-F238E27FC236}">
                <a16:creationId xmlns:a16="http://schemas.microsoft.com/office/drawing/2014/main" id="{5FCBD58D-4463-4AF4-9037-0464F35ACDF2}"/>
              </a:ext>
            </a:extLst>
          </p:cNvPr>
          <p:cNvGrpSpPr/>
          <p:nvPr/>
        </p:nvGrpSpPr>
        <p:grpSpPr>
          <a:xfrm>
            <a:off x="405172" y="1379310"/>
            <a:ext cx="11381656" cy="5003300"/>
            <a:chOff x="405172" y="1379310"/>
            <a:chExt cx="11381656" cy="5003300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1026E89F-AA1B-44C8-BEB7-16C8C478051F}"/>
                </a:ext>
              </a:extLst>
            </p:cNvPr>
            <p:cNvPicPr>
              <a:picLocks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05172" y="1379310"/>
              <a:ext cx="5595026" cy="5003300"/>
            </a:xfrm>
            <a:prstGeom prst="rect">
              <a:avLst/>
            </a:prstGeom>
          </p:spPr>
        </p:pic>
        <p:sp>
          <p:nvSpPr>
            <p:cNvPr id="11" name="标题 1">
              <a:extLst>
                <a:ext uri="{FF2B5EF4-FFF2-40B4-BE49-F238E27FC236}">
                  <a16:creationId xmlns:a16="http://schemas.microsoft.com/office/drawing/2014/main" id="{48308E32-4019-4B69-B8FF-D2D8DA924364}"/>
                </a:ext>
              </a:extLst>
            </p:cNvPr>
            <p:cNvSpPr txBox="1">
              <a:spLocks/>
            </p:cNvSpPr>
            <p:nvPr/>
          </p:nvSpPr>
          <p:spPr>
            <a:xfrm>
              <a:off x="4145320" y="1386406"/>
              <a:ext cx="1858961" cy="4305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zh-CN" altLang="en-US" sz="2400" dirty="0">
                  <a:solidFill>
                    <a:srgbClr val="C00000"/>
                  </a:solidFill>
                </a:rPr>
                <a:t>← 向左移动</a:t>
              </a:r>
            </a:p>
          </p:txBody>
        </p:sp>
        <p:sp>
          <p:nvSpPr>
            <p:cNvPr id="12" name="标题 1">
              <a:extLst>
                <a:ext uri="{FF2B5EF4-FFF2-40B4-BE49-F238E27FC236}">
                  <a16:creationId xmlns:a16="http://schemas.microsoft.com/office/drawing/2014/main" id="{075ED4F7-81C3-4A53-BB98-C5482408C34A}"/>
                </a:ext>
              </a:extLst>
            </p:cNvPr>
            <p:cNvSpPr txBox="1">
              <a:spLocks/>
            </p:cNvSpPr>
            <p:nvPr/>
          </p:nvSpPr>
          <p:spPr>
            <a:xfrm>
              <a:off x="5322266" y="5171796"/>
              <a:ext cx="274936" cy="4305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en-US" altLang="zh-CN" sz="1600" dirty="0"/>
                <a:t>t</a:t>
              </a:r>
              <a:endParaRPr lang="zh-CN" altLang="en-US" sz="1600" dirty="0"/>
            </a:p>
          </p:txBody>
        </p:sp>
        <p:sp>
          <p:nvSpPr>
            <p:cNvPr id="13" name="标题 1">
              <a:extLst>
                <a:ext uri="{FF2B5EF4-FFF2-40B4-BE49-F238E27FC236}">
                  <a16:creationId xmlns:a16="http://schemas.microsoft.com/office/drawing/2014/main" id="{FF425A13-AB8F-4F28-B3A5-E0F01AB61393}"/>
                </a:ext>
              </a:extLst>
            </p:cNvPr>
            <p:cNvSpPr txBox="1">
              <a:spLocks/>
            </p:cNvSpPr>
            <p:nvPr/>
          </p:nvSpPr>
          <p:spPr>
            <a:xfrm>
              <a:off x="441910" y="2412547"/>
              <a:ext cx="1196974" cy="365918"/>
            </a:xfrm>
            <a:prstGeom prst="roundRect">
              <a:avLst/>
            </a:prstGeom>
            <a:solidFill>
              <a:srgbClr val="336699"/>
            </a:solidFill>
          </p:spPr>
          <p:txBody>
            <a:bodyPr vert="horz" lIns="0" tIns="0" rIns="0" bIns="0" rtlCol="0" anchor="ctr" anchorCtr="0">
              <a:normAutofit/>
            </a:bodyPr>
            <a:lstStyle>
              <a:defPPr>
                <a:defRPr lang="zh-CN"/>
              </a:defPPr>
              <a:lvl1pPr algn="ctr" defTabSz="914400" eaLnBrk="1" latinLnBrk="0" hangingPunct="1">
                <a:lnSpc>
                  <a:spcPct val="100000"/>
                </a:lnSpc>
                <a:buNone/>
                <a:defRPr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zh-CN" altLang="en-US" dirty="0"/>
                <a:t>光敏传感器 </a:t>
              </a:r>
            </a:p>
          </p:txBody>
        </p:sp>
        <p:sp>
          <p:nvSpPr>
            <p:cNvPr id="14" name="标题 1">
              <a:extLst>
                <a:ext uri="{FF2B5EF4-FFF2-40B4-BE49-F238E27FC236}">
                  <a16:creationId xmlns:a16="http://schemas.microsoft.com/office/drawing/2014/main" id="{777BFEF2-13F9-489C-87AB-6D9EEE37A707}"/>
                </a:ext>
              </a:extLst>
            </p:cNvPr>
            <p:cNvSpPr txBox="1">
              <a:spLocks/>
            </p:cNvSpPr>
            <p:nvPr/>
          </p:nvSpPr>
          <p:spPr>
            <a:xfrm>
              <a:off x="1102839" y="1433577"/>
              <a:ext cx="601423" cy="336167"/>
            </a:xfrm>
            <a:prstGeom prst="roundRect">
              <a:avLst/>
            </a:prstGeom>
            <a:solidFill>
              <a:srgbClr val="336699"/>
            </a:solidFill>
          </p:spPr>
          <p:txBody>
            <a:bodyPr vert="horz" lIns="0" tIns="0" rIns="0" bIns="0" rtlCol="0" anchor="ctr" anchorCtr="0">
              <a:normAutofit/>
            </a:bodyPr>
            <a:lstStyle>
              <a:defPPr>
                <a:defRPr lang="zh-CN"/>
              </a:defPPr>
              <a:lvl1pPr algn="ctr" defTabSz="914400" eaLnBrk="1" latinLnBrk="0" hangingPunct="1">
                <a:lnSpc>
                  <a:spcPct val="100000"/>
                </a:lnSpc>
                <a:buNone/>
                <a:defRPr sz="1800">
                  <a:solidFill>
                    <a:schemeClr val="tx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</a:rPr>
                <a:t>光源</a:t>
              </a:r>
            </a:p>
          </p:txBody>
        </p:sp>
        <p:sp>
          <p:nvSpPr>
            <p:cNvPr id="17" name="标题 1">
              <a:extLst>
                <a:ext uri="{FF2B5EF4-FFF2-40B4-BE49-F238E27FC236}">
                  <a16:creationId xmlns:a16="http://schemas.microsoft.com/office/drawing/2014/main" id="{5A87E207-AA1B-4E73-8907-8731A69D6539}"/>
                </a:ext>
              </a:extLst>
            </p:cNvPr>
            <p:cNvSpPr txBox="1">
              <a:spLocks/>
            </p:cNvSpPr>
            <p:nvPr/>
          </p:nvSpPr>
          <p:spPr>
            <a:xfrm>
              <a:off x="5305787" y="5703590"/>
              <a:ext cx="274936" cy="4305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en-US" altLang="zh-CN" sz="1600" dirty="0"/>
                <a:t>t</a:t>
              </a:r>
              <a:endParaRPr lang="zh-CN" altLang="en-US" sz="1600" dirty="0"/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FDDECBBB-8BCB-48BE-B316-C693028977EC}"/>
                </a:ext>
              </a:extLst>
            </p:cNvPr>
            <p:cNvPicPr>
              <a:picLocks/>
            </p:cNvPicPr>
            <p:nvPr/>
          </p:nvPicPr>
          <p:blipFill rotWithShape="1">
            <a:blip r:embed="rId3"/>
            <a:srcRect l="63511" r="249"/>
            <a:stretch/>
          </p:blipFill>
          <p:spPr>
            <a:xfrm>
              <a:off x="6143400" y="1379310"/>
              <a:ext cx="5595026" cy="5003300"/>
            </a:xfrm>
            <a:prstGeom prst="rect">
              <a:avLst/>
            </a:prstGeom>
          </p:spPr>
        </p:pic>
        <p:sp>
          <p:nvSpPr>
            <p:cNvPr id="20" name="标题 1">
              <a:extLst>
                <a:ext uri="{FF2B5EF4-FFF2-40B4-BE49-F238E27FC236}">
                  <a16:creationId xmlns:a16="http://schemas.microsoft.com/office/drawing/2014/main" id="{3D55EB27-0C3E-4595-A83B-5B5EF39879B3}"/>
                </a:ext>
              </a:extLst>
            </p:cNvPr>
            <p:cNvSpPr txBox="1">
              <a:spLocks/>
            </p:cNvSpPr>
            <p:nvPr/>
          </p:nvSpPr>
          <p:spPr>
            <a:xfrm>
              <a:off x="6117309" y="1386406"/>
              <a:ext cx="1858961" cy="4305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zh-CN" altLang="en-US" sz="2400" dirty="0">
                  <a:solidFill>
                    <a:srgbClr val="C00000"/>
                  </a:solidFill>
                </a:rPr>
                <a:t>向右移动 →</a:t>
              </a:r>
            </a:p>
          </p:txBody>
        </p:sp>
        <p:sp>
          <p:nvSpPr>
            <p:cNvPr id="21" name="标题 1">
              <a:extLst>
                <a:ext uri="{FF2B5EF4-FFF2-40B4-BE49-F238E27FC236}">
                  <a16:creationId xmlns:a16="http://schemas.microsoft.com/office/drawing/2014/main" id="{19F52E7D-D981-47D1-96B7-F6EFBF88A47A}"/>
                </a:ext>
              </a:extLst>
            </p:cNvPr>
            <p:cNvSpPr txBox="1">
              <a:spLocks/>
            </p:cNvSpPr>
            <p:nvPr/>
          </p:nvSpPr>
          <p:spPr>
            <a:xfrm>
              <a:off x="11050873" y="5048180"/>
              <a:ext cx="274936" cy="4305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en-US" altLang="zh-CN" sz="1600" dirty="0"/>
                <a:t>t</a:t>
              </a:r>
              <a:endParaRPr lang="zh-CN" altLang="en-US" sz="1600" dirty="0"/>
            </a:p>
          </p:txBody>
        </p:sp>
        <p:sp>
          <p:nvSpPr>
            <p:cNvPr id="22" name="标题 1">
              <a:extLst>
                <a:ext uri="{FF2B5EF4-FFF2-40B4-BE49-F238E27FC236}">
                  <a16:creationId xmlns:a16="http://schemas.microsoft.com/office/drawing/2014/main" id="{7E588639-7ABE-4EEE-8FDD-BC62347050F5}"/>
                </a:ext>
              </a:extLst>
            </p:cNvPr>
            <p:cNvSpPr txBox="1">
              <a:spLocks/>
            </p:cNvSpPr>
            <p:nvPr/>
          </p:nvSpPr>
          <p:spPr>
            <a:xfrm>
              <a:off x="11034394" y="5579974"/>
              <a:ext cx="274936" cy="430510"/>
            </a:xfrm>
            <a:prstGeom prst="rect">
              <a:avLst/>
            </a:prstGeom>
          </p:spPr>
          <p:txBody>
            <a:bodyPr vert="horz" lIns="91440" tIns="45720" rIns="91440" bIns="45720" rtlCol="0" anchor="b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3600" kern="1200">
                  <a:solidFill>
                    <a:schemeClr val="tx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en-US" altLang="zh-CN" sz="1600" dirty="0"/>
                <a:t>t</a:t>
              </a:r>
              <a:endParaRPr lang="zh-CN" altLang="en-US" sz="1600" dirty="0"/>
            </a:p>
          </p:txBody>
        </p:sp>
        <p:sp>
          <p:nvSpPr>
            <p:cNvPr id="26" name="标题 1">
              <a:extLst>
                <a:ext uri="{FF2B5EF4-FFF2-40B4-BE49-F238E27FC236}">
                  <a16:creationId xmlns:a16="http://schemas.microsoft.com/office/drawing/2014/main" id="{B80EB512-2703-4931-A8B3-40E8A2A8884D}"/>
                </a:ext>
              </a:extLst>
            </p:cNvPr>
            <p:cNvSpPr txBox="1">
              <a:spLocks/>
            </p:cNvSpPr>
            <p:nvPr/>
          </p:nvSpPr>
          <p:spPr>
            <a:xfrm>
              <a:off x="10589854" y="2350112"/>
              <a:ext cx="1196974" cy="365918"/>
            </a:xfrm>
            <a:prstGeom prst="roundRect">
              <a:avLst/>
            </a:prstGeom>
            <a:solidFill>
              <a:srgbClr val="336699"/>
            </a:solidFill>
          </p:spPr>
          <p:txBody>
            <a:bodyPr vert="horz" lIns="0" tIns="0" rIns="0" bIns="0" rtlCol="0" anchor="ctr" anchorCtr="0">
              <a:normAutofit/>
            </a:bodyPr>
            <a:lstStyle>
              <a:defPPr>
                <a:defRPr lang="zh-CN"/>
              </a:defPPr>
              <a:lvl1pPr algn="ctr" defTabSz="914400" eaLnBrk="1" latinLnBrk="0" hangingPunct="1">
                <a:lnSpc>
                  <a:spcPct val="100000"/>
                </a:lnSpc>
                <a:buNone/>
                <a:defRPr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zh-CN" altLang="en-US" dirty="0"/>
                <a:t>光敏传感器 </a:t>
              </a:r>
            </a:p>
          </p:txBody>
        </p:sp>
        <p:sp>
          <p:nvSpPr>
            <p:cNvPr id="27" name="标题 1">
              <a:extLst>
                <a:ext uri="{FF2B5EF4-FFF2-40B4-BE49-F238E27FC236}">
                  <a16:creationId xmlns:a16="http://schemas.microsoft.com/office/drawing/2014/main" id="{933365D0-A4DF-412E-B58D-7B9E7DF3885D}"/>
                </a:ext>
              </a:extLst>
            </p:cNvPr>
            <p:cNvSpPr txBox="1">
              <a:spLocks/>
            </p:cNvSpPr>
            <p:nvPr/>
          </p:nvSpPr>
          <p:spPr>
            <a:xfrm>
              <a:off x="10558673" y="1867331"/>
              <a:ext cx="601423" cy="336167"/>
            </a:xfrm>
            <a:prstGeom prst="roundRect">
              <a:avLst/>
            </a:prstGeom>
            <a:solidFill>
              <a:srgbClr val="336699"/>
            </a:solidFill>
          </p:spPr>
          <p:txBody>
            <a:bodyPr vert="horz" lIns="0" tIns="0" rIns="0" bIns="0" rtlCol="0" anchor="ctr" anchorCtr="0">
              <a:normAutofit/>
            </a:bodyPr>
            <a:lstStyle>
              <a:defPPr>
                <a:defRPr lang="zh-CN"/>
              </a:defPPr>
              <a:lvl1pPr algn="ctr" defTabSz="914400" eaLnBrk="1" latinLnBrk="0" hangingPunct="1">
                <a:lnSpc>
                  <a:spcPct val="100000"/>
                </a:lnSpc>
                <a:buNone/>
                <a:defRPr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zh-CN" altLang="en-US" dirty="0"/>
                <a:t>光源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3997B591-0A7B-4F14-BE23-33D0AAC64D3A}"/>
                </a:ext>
              </a:extLst>
            </p:cNvPr>
            <p:cNvSpPr/>
            <p:nvPr/>
          </p:nvSpPr>
          <p:spPr>
            <a:xfrm>
              <a:off x="1298917" y="1897096"/>
              <a:ext cx="339967" cy="276636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: 圆角 30">
              <a:extLst>
                <a:ext uri="{FF2B5EF4-FFF2-40B4-BE49-F238E27FC236}">
                  <a16:creationId xmlns:a16="http://schemas.microsoft.com/office/drawing/2014/main" id="{E5023A0A-02DA-41CE-BC94-772B44E742E5}"/>
                </a:ext>
              </a:extLst>
            </p:cNvPr>
            <p:cNvSpPr/>
            <p:nvPr/>
          </p:nvSpPr>
          <p:spPr>
            <a:xfrm>
              <a:off x="542703" y="5872166"/>
              <a:ext cx="404522" cy="261934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EFE87415-3040-44A0-8A45-AA8613BDBAD2}"/>
                </a:ext>
              </a:extLst>
            </p:cNvPr>
            <p:cNvSpPr/>
            <p:nvPr/>
          </p:nvSpPr>
          <p:spPr>
            <a:xfrm>
              <a:off x="5074800" y="2813505"/>
              <a:ext cx="739846" cy="276636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926AB05C-3E48-4639-B6B6-68ABD97AAF13}"/>
                </a:ext>
              </a:extLst>
            </p:cNvPr>
            <p:cNvSpPr/>
            <p:nvPr/>
          </p:nvSpPr>
          <p:spPr>
            <a:xfrm>
              <a:off x="4565941" y="4155049"/>
              <a:ext cx="385698" cy="276636"/>
            </a:xfrm>
            <a:prstGeom prst="roundRect">
              <a:avLst/>
            </a:prstGeom>
            <a:noFill/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标题 1">
              <a:extLst>
                <a:ext uri="{FF2B5EF4-FFF2-40B4-BE49-F238E27FC236}">
                  <a16:creationId xmlns:a16="http://schemas.microsoft.com/office/drawing/2014/main" id="{C20F765B-47E4-499E-A6AF-588A5D74F261}"/>
                </a:ext>
              </a:extLst>
            </p:cNvPr>
            <p:cNvSpPr txBox="1">
              <a:spLocks/>
            </p:cNvSpPr>
            <p:nvPr/>
          </p:nvSpPr>
          <p:spPr>
            <a:xfrm>
              <a:off x="5074800" y="4125283"/>
              <a:ext cx="601423" cy="336167"/>
            </a:xfrm>
            <a:prstGeom prst="roundRect">
              <a:avLst/>
            </a:prstGeom>
            <a:solidFill>
              <a:srgbClr val="336699"/>
            </a:solidFill>
          </p:spPr>
          <p:txBody>
            <a:bodyPr vert="horz" lIns="0" tIns="0" rIns="0" bIns="0" rtlCol="0" anchor="ctr" anchorCtr="0">
              <a:normAutofit/>
            </a:bodyPr>
            <a:lstStyle>
              <a:defPPr>
                <a:defRPr lang="zh-CN"/>
              </a:defPPr>
              <a:lvl1pPr algn="ctr" defTabSz="914400" eaLnBrk="1" latinLnBrk="0" hangingPunct="1">
                <a:lnSpc>
                  <a:spcPct val="100000"/>
                </a:lnSpc>
                <a:buNone/>
                <a:defRPr sz="180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j-cs"/>
                </a:defRPr>
              </a:lvl1pPr>
            </a:lstStyle>
            <a:p>
              <a:r>
                <a:rPr lang="zh-CN" altLang="en-US" dirty="0"/>
                <a:t>周期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968803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CAB3A-9964-4729-8B5E-83955634A4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2" y="1164288"/>
            <a:ext cx="10858498" cy="5274612"/>
          </a:xfrm>
        </p:spPr>
        <p:txBody>
          <a:bodyPr/>
          <a:lstStyle/>
          <a:p>
            <a:r>
              <a:rPr lang="zh-CN" altLang="en-US" dirty="0"/>
              <a:t>向左移动（逆时针）</a:t>
            </a:r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A</a:t>
            </a:r>
            <a:r>
              <a:rPr lang="zh-CN" altLang="en-US" dirty="0"/>
              <a:t>相出现上升沿时，</a:t>
            </a:r>
            <a:r>
              <a:rPr lang="en-US" altLang="zh-CN" dirty="0"/>
              <a:t>B</a:t>
            </a:r>
            <a:r>
              <a:rPr lang="zh-CN" altLang="en-US" dirty="0"/>
              <a:t>相为 </a:t>
            </a:r>
            <a:r>
              <a:rPr lang="en-US" altLang="zh-CN" dirty="0"/>
              <a:t>HIGH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A</a:t>
            </a:r>
            <a:r>
              <a:rPr lang="zh-CN" altLang="en-US" dirty="0"/>
              <a:t>相出现下降沿时，</a:t>
            </a:r>
            <a:r>
              <a:rPr lang="en-US" altLang="zh-CN" dirty="0"/>
              <a:t>B</a:t>
            </a:r>
            <a:r>
              <a:rPr lang="zh-CN" altLang="en-US" dirty="0"/>
              <a:t>相为 </a:t>
            </a:r>
            <a:r>
              <a:rPr lang="en-US" altLang="zh-CN" dirty="0"/>
              <a:t>LOW.</a:t>
            </a:r>
          </a:p>
          <a:p>
            <a:r>
              <a:rPr lang="zh-CN" altLang="en-US" dirty="0"/>
              <a:t>向右移动（顺时针）</a:t>
            </a:r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A</a:t>
            </a:r>
            <a:r>
              <a:rPr lang="zh-CN" altLang="en-US" dirty="0"/>
              <a:t>相出现上升沿时，</a:t>
            </a:r>
            <a:r>
              <a:rPr lang="en-US" altLang="zh-CN" dirty="0"/>
              <a:t>B</a:t>
            </a:r>
            <a:r>
              <a:rPr lang="zh-CN" altLang="en-US" dirty="0"/>
              <a:t>相为 </a:t>
            </a:r>
            <a:r>
              <a:rPr lang="en-US" altLang="zh-CN" dirty="0"/>
              <a:t>LOW</a:t>
            </a:r>
            <a:r>
              <a:rPr lang="zh-CN" altLang="en-US" dirty="0"/>
              <a:t>；</a:t>
            </a:r>
            <a:endParaRPr lang="en-US" altLang="zh-CN" dirty="0"/>
          </a:p>
          <a:p>
            <a:pPr lvl="1"/>
            <a:r>
              <a:rPr lang="zh-CN" altLang="en-US" dirty="0"/>
              <a:t>当</a:t>
            </a:r>
            <a:r>
              <a:rPr lang="en-US" altLang="zh-CN" dirty="0"/>
              <a:t>A</a:t>
            </a:r>
            <a:r>
              <a:rPr lang="zh-CN" altLang="en-US" dirty="0"/>
              <a:t>相出现下降沿时，</a:t>
            </a:r>
            <a:r>
              <a:rPr lang="en-US" altLang="zh-CN" dirty="0"/>
              <a:t>B</a:t>
            </a:r>
            <a:r>
              <a:rPr lang="zh-CN" altLang="en-US" dirty="0"/>
              <a:t>相为 </a:t>
            </a:r>
            <a:r>
              <a:rPr lang="en-US" altLang="zh-CN" dirty="0"/>
              <a:t>HIGH.</a:t>
            </a:r>
          </a:p>
          <a:p>
            <a:r>
              <a:rPr lang="zh-CN" altLang="en-US" dirty="0"/>
              <a:t>将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zh-CN" altLang="en-US" dirty="0">
                <a:solidFill>
                  <a:srgbClr val="C00000"/>
                </a:solidFill>
              </a:rPr>
              <a:t>相 </a:t>
            </a:r>
            <a:r>
              <a:rPr lang="zh-CN" altLang="en-US" dirty="0"/>
              <a:t>接到</a:t>
            </a:r>
            <a:r>
              <a:rPr lang="zh-CN" altLang="en-US" dirty="0">
                <a:solidFill>
                  <a:srgbClr val="C00000"/>
                </a:solidFill>
              </a:rPr>
              <a:t> </a:t>
            </a:r>
            <a:r>
              <a:rPr lang="en-US" altLang="zh-CN" dirty="0"/>
              <a:t>uno 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外部中断</a:t>
            </a:r>
            <a:endParaRPr lang="en-US" altLang="zh-CN" dirty="0">
              <a:solidFill>
                <a:srgbClr val="C00000"/>
              </a:solidFill>
            </a:endParaRPr>
          </a:p>
          <a:p>
            <a:pPr lvl="1"/>
            <a:r>
              <a:rPr lang="zh-CN" altLang="en-US" dirty="0"/>
              <a:t>在中断</a:t>
            </a:r>
            <a:r>
              <a:rPr lang="en-US" altLang="zh-CN" dirty="0"/>
              <a:t>ISR</a:t>
            </a:r>
            <a:r>
              <a:rPr lang="zh-CN" altLang="en-US" dirty="0"/>
              <a:t>中，读取 </a:t>
            </a:r>
            <a:r>
              <a:rPr lang="en-US" altLang="zh-CN" dirty="0"/>
              <a:t>B</a:t>
            </a:r>
            <a:r>
              <a:rPr lang="zh-CN" altLang="en-US" dirty="0"/>
              <a:t>相 电平。</a:t>
            </a:r>
            <a:endParaRPr lang="en-US" altLang="zh-CN" dirty="0"/>
          </a:p>
          <a:p>
            <a:pPr lvl="1"/>
            <a:r>
              <a:rPr lang="zh-CN" altLang="en-US" dirty="0"/>
              <a:t>根据触发方式（上升沿或下降沿）和 </a:t>
            </a:r>
            <a:r>
              <a:rPr lang="en-US" altLang="zh-CN" dirty="0"/>
              <a:t>B</a:t>
            </a:r>
            <a:r>
              <a:rPr lang="zh-CN" altLang="en-US" dirty="0"/>
              <a:t>相 电平，判断电机转动方向。</a:t>
            </a:r>
            <a:endParaRPr lang="en-US" altLang="zh-CN" dirty="0"/>
          </a:p>
          <a:p>
            <a:pPr lvl="1"/>
            <a:r>
              <a:rPr lang="zh-CN" altLang="en-US" dirty="0"/>
              <a:t>对周期</a:t>
            </a:r>
            <a:r>
              <a:rPr lang="zh-CN" altLang="en-US" dirty="0">
                <a:solidFill>
                  <a:srgbClr val="C00000"/>
                </a:solidFill>
              </a:rPr>
              <a:t>加减计数</a:t>
            </a:r>
            <a:r>
              <a:rPr lang="zh-CN" altLang="en-US" dirty="0"/>
              <a:t>，根据编码器分辨率（</a:t>
            </a:r>
            <a:r>
              <a:rPr lang="en-US" altLang="zh-CN" dirty="0"/>
              <a:t>P/R</a:t>
            </a:r>
            <a:r>
              <a:rPr lang="zh-CN" altLang="en-US" dirty="0"/>
              <a:t>），计算出</a:t>
            </a:r>
            <a:r>
              <a:rPr lang="zh-CN" altLang="en-US" dirty="0">
                <a:solidFill>
                  <a:srgbClr val="C00000"/>
                </a:solidFill>
              </a:rPr>
              <a:t>角度增量</a:t>
            </a:r>
            <a:r>
              <a:rPr lang="zh-CN" altLang="en-US" dirty="0"/>
              <a:t>（相对初始点的角位移）。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715A15D-0302-40F7-A476-D7586747C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§2.2 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检测原理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77F9FF-0AF6-4B3C-9282-4A77A0923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86C94510-7128-4476-BF3C-FFDFB733037F}"/>
              </a:ext>
            </a:extLst>
          </p:cNvPr>
          <p:cNvGrpSpPr/>
          <p:nvPr/>
        </p:nvGrpSpPr>
        <p:grpSpPr>
          <a:xfrm>
            <a:off x="5490936" y="1436233"/>
            <a:ext cx="6162675" cy="3381375"/>
            <a:chOff x="5356225" y="1738312"/>
            <a:chExt cx="6162675" cy="3381375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71124703-EAF0-4AD0-9C35-E2CAE007672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56225" y="1738312"/>
              <a:ext cx="6162675" cy="3381375"/>
            </a:xfrm>
            <a:prstGeom prst="rect">
              <a:avLst/>
            </a:prstGeom>
          </p:spPr>
        </p:pic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3FAB5EF2-5DA1-4EC1-AEED-5D71985CEC60}"/>
                </a:ext>
              </a:extLst>
            </p:cNvPr>
            <p:cNvSpPr/>
            <p:nvPr/>
          </p:nvSpPr>
          <p:spPr>
            <a:xfrm>
              <a:off x="7207107" y="2000935"/>
              <a:ext cx="291790" cy="1008112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B7977AD-2433-4131-AB40-7EBEB21F74F8}"/>
                </a:ext>
              </a:extLst>
            </p:cNvPr>
            <p:cNvSpPr/>
            <p:nvPr/>
          </p:nvSpPr>
          <p:spPr>
            <a:xfrm>
              <a:off x="7163564" y="4080106"/>
              <a:ext cx="291790" cy="1008112"/>
            </a:xfrm>
            <a:prstGeom prst="ellipse">
              <a:avLst/>
            </a:prstGeom>
            <a:noFill/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35E614F1-0971-4F4F-9796-73D47D9E8EAA}"/>
                </a:ext>
              </a:extLst>
            </p:cNvPr>
            <p:cNvSpPr/>
            <p:nvPr/>
          </p:nvSpPr>
          <p:spPr>
            <a:xfrm>
              <a:off x="7642535" y="2000935"/>
              <a:ext cx="291790" cy="1008112"/>
            </a:xfrm>
            <a:prstGeom prst="ellipse">
              <a:avLst/>
            </a:prstGeom>
            <a:noFill/>
            <a:ln w="19050">
              <a:solidFill>
                <a:srgbClr val="3366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椭圆 16">
              <a:extLst>
                <a:ext uri="{FF2B5EF4-FFF2-40B4-BE49-F238E27FC236}">
                  <a16:creationId xmlns:a16="http://schemas.microsoft.com/office/drawing/2014/main" id="{4FD88DD7-BDBA-41C3-AE18-5CD69018298D}"/>
                </a:ext>
              </a:extLst>
            </p:cNvPr>
            <p:cNvSpPr/>
            <p:nvPr/>
          </p:nvSpPr>
          <p:spPr>
            <a:xfrm>
              <a:off x="7603075" y="4080106"/>
              <a:ext cx="291790" cy="1008112"/>
            </a:xfrm>
            <a:prstGeom prst="ellipse">
              <a:avLst/>
            </a:prstGeom>
            <a:noFill/>
            <a:ln w="19050">
              <a:solidFill>
                <a:srgbClr val="336699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9" name="标题 1">
            <a:extLst>
              <a:ext uri="{FF2B5EF4-FFF2-40B4-BE49-F238E27FC236}">
                <a16:creationId xmlns:a16="http://schemas.microsoft.com/office/drawing/2014/main" id="{A633864D-FC82-46DF-B5F0-908F0470FC43}"/>
              </a:ext>
            </a:extLst>
          </p:cNvPr>
          <p:cNvSpPr txBox="1">
            <a:spLocks/>
          </p:cNvSpPr>
          <p:nvPr/>
        </p:nvSpPr>
        <p:spPr>
          <a:xfrm>
            <a:off x="7717645" y="2754336"/>
            <a:ext cx="1858961" cy="43051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C00000"/>
                </a:solidFill>
              </a:rPr>
              <a:t>← 向左移动</a:t>
            </a:r>
          </a:p>
        </p:txBody>
      </p:sp>
      <p:sp>
        <p:nvSpPr>
          <p:cNvPr id="20" name="标题 1">
            <a:extLst>
              <a:ext uri="{FF2B5EF4-FFF2-40B4-BE49-F238E27FC236}">
                <a16:creationId xmlns:a16="http://schemas.microsoft.com/office/drawing/2014/main" id="{DDFDAB93-E97B-4BCE-97B4-D60CA9512F60}"/>
              </a:ext>
            </a:extLst>
          </p:cNvPr>
          <p:cNvSpPr txBox="1">
            <a:spLocks/>
          </p:cNvSpPr>
          <p:nvPr/>
        </p:nvSpPr>
        <p:spPr>
          <a:xfrm>
            <a:off x="7717645" y="4833507"/>
            <a:ext cx="1858961" cy="4305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tx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sz="2400" dirty="0">
                <a:solidFill>
                  <a:srgbClr val="C00000"/>
                </a:solidFill>
              </a:rPr>
              <a:t>向右移动 →</a:t>
            </a:r>
          </a:p>
        </p:txBody>
      </p:sp>
    </p:spTree>
    <p:extLst>
      <p:ext uri="{BB962C8B-B14F-4D97-AF65-F5344CB8AC3E}">
        <p14:creationId xmlns:p14="http://schemas.microsoft.com/office/powerpoint/2010/main" val="214457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B709D4-5967-40BB-A08D-F8AA95F51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2" y="536404"/>
            <a:ext cx="10858500" cy="453998"/>
          </a:xfrm>
        </p:spPr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§2.3 </a:t>
            </a:r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实践：读取编码器信息，显示脉冲计数值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35BC02-0CDD-47DF-BB09-5063EC5A6D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15442F00-AA16-4555-9990-FDCD69AB72DC}"/>
              </a:ext>
            </a:extLst>
          </p:cNvPr>
          <p:cNvGrpSpPr/>
          <p:nvPr/>
        </p:nvGrpSpPr>
        <p:grpSpPr>
          <a:xfrm>
            <a:off x="4654723" y="1712600"/>
            <a:ext cx="5328073" cy="4275709"/>
            <a:chOff x="6138618" y="1387747"/>
            <a:chExt cx="5328073" cy="4275709"/>
          </a:xfrm>
        </p:grpSpPr>
        <p:sp>
          <p:nvSpPr>
            <p:cNvPr id="6" name="矩形: 圆角 5">
              <a:extLst>
                <a:ext uri="{FF2B5EF4-FFF2-40B4-BE49-F238E27FC236}">
                  <a16:creationId xmlns:a16="http://schemas.microsoft.com/office/drawing/2014/main" id="{8839EA81-8EB8-4176-BEC1-AAB2830361BA}"/>
                </a:ext>
              </a:extLst>
            </p:cNvPr>
            <p:cNvSpPr/>
            <p:nvPr/>
          </p:nvSpPr>
          <p:spPr>
            <a:xfrm>
              <a:off x="7742463" y="1843089"/>
              <a:ext cx="2148881" cy="2222127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id="{F8683723-D6EC-40B4-9535-C26FB16BC370}"/>
                </a:ext>
              </a:extLst>
            </p:cNvPr>
            <p:cNvSpPr/>
            <p:nvPr/>
          </p:nvSpPr>
          <p:spPr>
            <a:xfrm>
              <a:off x="9350524" y="4762881"/>
              <a:ext cx="1511231" cy="896448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: 圆角 7">
              <a:extLst>
                <a:ext uri="{FF2B5EF4-FFF2-40B4-BE49-F238E27FC236}">
                  <a16:creationId xmlns:a16="http://schemas.microsoft.com/office/drawing/2014/main" id="{BF6F4425-0743-4FFE-BCDD-872203E9640B}"/>
                </a:ext>
              </a:extLst>
            </p:cNvPr>
            <p:cNvSpPr/>
            <p:nvPr/>
          </p:nvSpPr>
          <p:spPr>
            <a:xfrm>
              <a:off x="6766991" y="4767008"/>
              <a:ext cx="1511231" cy="896448"/>
            </a:xfrm>
            <a:prstGeom prst="round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4BB691DA-0434-4FA2-91C6-6E6965361430}"/>
                </a:ext>
              </a:extLst>
            </p:cNvPr>
            <p:cNvSpPr/>
            <p:nvPr/>
          </p:nvSpPr>
          <p:spPr>
            <a:xfrm rot="10800000">
              <a:off x="9530728" y="3697092"/>
              <a:ext cx="630000" cy="14056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020BE0BC-96BA-435A-BFEA-D65C0109FB4C}"/>
                </a:ext>
              </a:extLst>
            </p:cNvPr>
            <p:cNvSpPr/>
            <p:nvPr/>
          </p:nvSpPr>
          <p:spPr>
            <a:xfrm rot="10800000" flipH="1">
              <a:off x="7446816" y="3161018"/>
              <a:ext cx="648000" cy="14056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4C23C2B8-6D2D-42EA-B50D-FEDFD7CA1B57}"/>
                </a:ext>
              </a:extLst>
            </p:cNvPr>
            <p:cNvSpPr txBox="1"/>
            <p:nvPr/>
          </p:nvSpPr>
          <p:spPr>
            <a:xfrm>
              <a:off x="8092367" y="1947691"/>
              <a:ext cx="1440000" cy="360000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square" lIns="0" tIns="0" rIns="0" bIns="0" rtlCol="0" anchor="ctr" anchorCtr="1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初始化端口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4F8948F1-7C00-4E2A-B98F-7994ACFC11B0}"/>
                </a:ext>
              </a:extLst>
            </p:cNvPr>
            <p:cNvSpPr txBox="1"/>
            <p:nvPr/>
          </p:nvSpPr>
          <p:spPr>
            <a:xfrm>
              <a:off x="8272367" y="1387747"/>
              <a:ext cx="1080000" cy="389513"/>
            </a:xfrm>
            <a:prstGeom prst="flowChartTerminator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上电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1777970-9DA7-484C-A5F9-1043E3B02C48}"/>
                </a:ext>
              </a:extLst>
            </p:cNvPr>
            <p:cNvSpPr txBox="1"/>
            <p:nvPr/>
          </p:nvSpPr>
          <p:spPr>
            <a:xfrm>
              <a:off x="8092367" y="2496090"/>
              <a:ext cx="1440000" cy="360000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square" lIns="0" tIns="0" rIns="0" bIns="0" rtlCol="0" anchor="ctr" anchorCtr="1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初始化串口</a:t>
              </a: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16B6CBA4-0089-4D45-8F56-07DD0B07A300}"/>
                </a:ext>
              </a:extLst>
            </p:cNvPr>
            <p:cNvSpPr txBox="1"/>
            <p:nvPr/>
          </p:nvSpPr>
          <p:spPr>
            <a:xfrm>
              <a:off x="8092367" y="3588804"/>
              <a:ext cx="1440000" cy="360000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square" lIns="0" tIns="0" rIns="0" bIns="0" rtlCol="0" anchor="ctr" anchorCtr="1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启动时间中断</a:t>
              </a: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80D3BB7B-C850-48AE-8426-1F21A5A1D5A8}"/>
                </a:ext>
              </a:extLst>
            </p:cNvPr>
            <p:cNvSpPr txBox="1"/>
            <p:nvPr/>
          </p:nvSpPr>
          <p:spPr>
            <a:xfrm>
              <a:off x="9571393" y="4864219"/>
              <a:ext cx="1080000" cy="720000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square" lIns="0" tIns="0" rIns="0" bIns="0" rtlCol="0" anchor="ctr" anchorCtr="1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串口打印计数值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35271B53-2FDC-457F-BBEB-CE932607BEA0}"/>
                </a:ext>
              </a:extLst>
            </p:cNvPr>
            <p:cNvSpPr txBox="1"/>
            <p:nvPr/>
          </p:nvSpPr>
          <p:spPr>
            <a:xfrm>
              <a:off x="6972464" y="4864219"/>
              <a:ext cx="1080000" cy="720000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square" lIns="0" tIns="0" rIns="0" bIns="0" rtlCol="0" anchor="ctr" anchorCtr="1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根据方向</a:t>
              </a:r>
              <a:endPara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加减计数</a:t>
              </a:r>
            </a:p>
          </p:txBody>
        </p:sp>
        <p:sp>
          <p:nvSpPr>
            <p:cNvPr id="19" name="箭头: 右 18">
              <a:extLst>
                <a:ext uri="{FF2B5EF4-FFF2-40B4-BE49-F238E27FC236}">
                  <a16:creationId xmlns:a16="http://schemas.microsoft.com/office/drawing/2014/main" id="{C977841E-52EC-4EBB-BD57-73B0A0932247}"/>
                </a:ext>
              </a:extLst>
            </p:cNvPr>
            <p:cNvSpPr/>
            <p:nvPr/>
          </p:nvSpPr>
          <p:spPr>
            <a:xfrm rot="10800000" flipH="1">
              <a:off x="9104466" y="5118584"/>
              <a:ext cx="464118" cy="211269"/>
            </a:xfrm>
            <a:prstGeom prst="rightArrow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箭头: 右 19">
              <a:extLst>
                <a:ext uri="{FF2B5EF4-FFF2-40B4-BE49-F238E27FC236}">
                  <a16:creationId xmlns:a16="http://schemas.microsoft.com/office/drawing/2014/main" id="{06820E87-65F5-4984-B486-5133E9AE0B08}"/>
                </a:ext>
              </a:extLst>
            </p:cNvPr>
            <p:cNvSpPr/>
            <p:nvPr/>
          </p:nvSpPr>
          <p:spPr>
            <a:xfrm rot="10800000" flipH="1">
              <a:off x="8052464" y="5118585"/>
              <a:ext cx="464118" cy="211269"/>
            </a:xfrm>
            <a:prstGeom prst="rightArrow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01961A3B-9FEC-4E25-980C-B570BA28C042}"/>
                </a:ext>
              </a:extLst>
            </p:cNvPr>
            <p:cNvSpPr txBox="1"/>
            <p:nvPr/>
          </p:nvSpPr>
          <p:spPr>
            <a:xfrm>
              <a:off x="8425535" y="5072605"/>
              <a:ext cx="769973" cy="276999"/>
            </a:xfrm>
            <a:prstGeom prst="flowChartInputOutput">
              <a:avLst/>
            </a:prstGeom>
            <a:solidFill>
              <a:srgbClr val="C00000"/>
            </a:solidFill>
            <a:ln>
              <a:noFill/>
            </a:ln>
          </p:spPr>
          <p:txBody>
            <a:bodyPr wrap="square" lIns="0" tIns="0" rIns="0" bIns="0" rtlCol="0" anchor="ctr" anchorCtr="1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计数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4D3B5C9E-A3EE-4D95-9C05-713C0EA307E4}"/>
                </a:ext>
              </a:extLst>
            </p:cNvPr>
            <p:cNvSpPr txBox="1"/>
            <p:nvPr/>
          </p:nvSpPr>
          <p:spPr>
            <a:xfrm>
              <a:off x="6929026" y="1985184"/>
              <a:ext cx="837813" cy="386904"/>
            </a:xfrm>
            <a:prstGeom prst="roundRect">
              <a:avLst/>
            </a:prstGeom>
            <a:noFill/>
            <a:ln>
              <a:noFill/>
            </a:ln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en-US" altLang="zh-CN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setup()</a:t>
              </a:r>
              <a:endParaRPr lang="zh-CN" altLang="en-US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F4F496B3-BAFF-4E6E-AF90-6B1BA2850E42}"/>
                </a:ext>
              </a:extLst>
            </p:cNvPr>
            <p:cNvSpPr txBox="1"/>
            <p:nvPr/>
          </p:nvSpPr>
          <p:spPr>
            <a:xfrm>
              <a:off x="6138618" y="4668355"/>
              <a:ext cx="604936" cy="681249"/>
            </a:xfrm>
            <a:prstGeom prst="roundRect">
              <a:avLst/>
            </a:prstGeom>
            <a:noFill/>
            <a:ln>
              <a:noFill/>
            </a:ln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外部中断</a:t>
              </a: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F8988B42-134C-4D44-A294-CFBEFE2FDAB6}"/>
                </a:ext>
              </a:extLst>
            </p:cNvPr>
            <p:cNvSpPr txBox="1"/>
            <p:nvPr/>
          </p:nvSpPr>
          <p:spPr>
            <a:xfrm>
              <a:off x="10861755" y="4636483"/>
              <a:ext cx="604936" cy="681249"/>
            </a:xfrm>
            <a:prstGeom prst="roundRect">
              <a:avLst/>
            </a:prstGeom>
            <a:noFill/>
            <a:ln>
              <a:noFill/>
            </a:ln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时间中断</a:t>
              </a:r>
            </a:p>
          </p:txBody>
        </p:sp>
        <p:sp>
          <p:nvSpPr>
            <p:cNvPr id="25" name="箭头: 右 24">
              <a:extLst>
                <a:ext uri="{FF2B5EF4-FFF2-40B4-BE49-F238E27FC236}">
                  <a16:creationId xmlns:a16="http://schemas.microsoft.com/office/drawing/2014/main" id="{8E8FB836-9453-4371-A387-5FE21B769802}"/>
                </a:ext>
              </a:extLst>
            </p:cNvPr>
            <p:cNvSpPr/>
            <p:nvPr/>
          </p:nvSpPr>
          <p:spPr>
            <a:xfrm rot="5400000">
              <a:off x="9534293" y="4191399"/>
              <a:ext cx="1143691" cy="211269"/>
            </a:xfrm>
            <a:prstGeom prst="rightArrow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箭头: 右 25">
              <a:extLst>
                <a:ext uri="{FF2B5EF4-FFF2-40B4-BE49-F238E27FC236}">
                  <a16:creationId xmlns:a16="http://schemas.microsoft.com/office/drawing/2014/main" id="{41BC44B1-5252-4288-9DB6-DE903D0519F7}"/>
                </a:ext>
              </a:extLst>
            </p:cNvPr>
            <p:cNvSpPr/>
            <p:nvPr/>
          </p:nvSpPr>
          <p:spPr>
            <a:xfrm rot="16200000" flipH="1">
              <a:off x="6716447" y="3979595"/>
              <a:ext cx="1567300" cy="211269"/>
            </a:xfrm>
            <a:prstGeom prst="rightArrow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3CDCD2F6-69D8-4A35-8015-E31AA0F4A004}"/>
                </a:ext>
              </a:extLst>
            </p:cNvPr>
            <p:cNvSpPr txBox="1"/>
            <p:nvPr/>
          </p:nvSpPr>
          <p:spPr>
            <a:xfrm>
              <a:off x="8092367" y="3040704"/>
              <a:ext cx="1440000" cy="360000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square" lIns="0" tIns="0" rIns="0" bIns="0" rtlCol="0" anchor="ctr" anchorCtr="1">
              <a:spAutoFit/>
            </a:bodyPr>
            <a:lstStyle/>
            <a:p>
              <a:pPr algn="ctr"/>
              <a:r>
                <a:rPr lang="zh-CN" altLang="en-US" b="1" dirty="0">
                  <a:solidFill>
                    <a:schemeClr val="bg1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启动外部中断</a:t>
              </a:r>
            </a:p>
          </p:txBody>
        </p:sp>
        <p:sp>
          <p:nvSpPr>
            <p:cNvPr id="29" name="箭头: 右 28">
              <a:extLst>
                <a:ext uri="{FF2B5EF4-FFF2-40B4-BE49-F238E27FC236}">
                  <a16:creationId xmlns:a16="http://schemas.microsoft.com/office/drawing/2014/main" id="{3FF104A6-C75D-4C25-BBB4-57F7A78318EB}"/>
                </a:ext>
              </a:extLst>
            </p:cNvPr>
            <p:cNvSpPr/>
            <p:nvPr/>
          </p:nvSpPr>
          <p:spPr>
            <a:xfrm rot="5400000">
              <a:off x="8730745" y="1761253"/>
              <a:ext cx="163244" cy="211269"/>
            </a:xfrm>
            <a:prstGeom prst="rightArrow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箭头: 右 29">
              <a:extLst>
                <a:ext uri="{FF2B5EF4-FFF2-40B4-BE49-F238E27FC236}">
                  <a16:creationId xmlns:a16="http://schemas.microsoft.com/office/drawing/2014/main" id="{066AF23E-30BC-4D17-A0A8-16F1504C7D55}"/>
                </a:ext>
              </a:extLst>
            </p:cNvPr>
            <p:cNvSpPr/>
            <p:nvPr/>
          </p:nvSpPr>
          <p:spPr>
            <a:xfrm rot="5400000">
              <a:off x="8728898" y="2307010"/>
              <a:ext cx="163244" cy="211269"/>
            </a:xfrm>
            <a:prstGeom prst="rightArrow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箭头: 右 30">
              <a:extLst>
                <a:ext uri="{FF2B5EF4-FFF2-40B4-BE49-F238E27FC236}">
                  <a16:creationId xmlns:a16="http://schemas.microsoft.com/office/drawing/2014/main" id="{A98F0EBE-81A4-4939-805B-575F14375EBF}"/>
                </a:ext>
              </a:extLst>
            </p:cNvPr>
            <p:cNvSpPr/>
            <p:nvPr/>
          </p:nvSpPr>
          <p:spPr>
            <a:xfrm rot="5400000">
              <a:off x="8735283" y="2848519"/>
              <a:ext cx="163244" cy="211269"/>
            </a:xfrm>
            <a:prstGeom prst="rightArrow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箭头: 右 31">
              <a:extLst>
                <a:ext uri="{FF2B5EF4-FFF2-40B4-BE49-F238E27FC236}">
                  <a16:creationId xmlns:a16="http://schemas.microsoft.com/office/drawing/2014/main" id="{B5F0AEC5-2681-4952-9B52-2C723EAC3280}"/>
                </a:ext>
              </a:extLst>
            </p:cNvPr>
            <p:cNvSpPr/>
            <p:nvPr/>
          </p:nvSpPr>
          <p:spPr>
            <a:xfrm rot="5400000">
              <a:off x="8735282" y="3394639"/>
              <a:ext cx="163244" cy="211269"/>
            </a:xfrm>
            <a:prstGeom prst="rightArrow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pic>
        <p:nvPicPr>
          <p:cNvPr id="34" name="内容占位符 9">
            <a:extLst>
              <a:ext uri="{FF2B5EF4-FFF2-40B4-BE49-F238E27FC236}">
                <a16:creationId xmlns:a16="http://schemas.microsoft.com/office/drawing/2014/main" id="{70100915-EAD2-4842-96C9-F3F2CE28AA9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223" y="1181268"/>
            <a:ext cx="1960186" cy="2956950"/>
          </a:xfrm>
        </p:spPr>
      </p:pic>
      <p:sp>
        <p:nvSpPr>
          <p:cNvPr id="36" name="文本框 35">
            <a:extLst>
              <a:ext uri="{FF2B5EF4-FFF2-40B4-BE49-F238E27FC236}">
                <a16:creationId xmlns:a16="http://schemas.microsoft.com/office/drawing/2014/main" id="{1FAC9B24-2F02-436E-B71F-4B4D0335E0D5}"/>
              </a:ext>
            </a:extLst>
          </p:cNvPr>
          <p:cNvSpPr txBox="1"/>
          <p:nvPr/>
        </p:nvSpPr>
        <p:spPr>
          <a:xfrm>
            <a:off x="592677" y="4354065"/>
            <a:ext cx="4011493" cy="1959533"/>
          </a:xfrm>
          <a:prstGeom prst="roundRect">
            <a:avLst/>
          </a:prstGeom>
          <a:solidFill>
            <a:srgbClr val="3366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36000" rIns="0" bIns="36000" rtlCol="0">
            <a:spAutoFit/>
          </a:bodyPr>
          <a:lstStyle/>
          <a:p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Resolution: 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脉冲数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/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圈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CC66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棕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lang="en-US" altLang="zh-CN" sz="1600" dirty="0" err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Vcc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uno 5V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00B0F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蓝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0V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COM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，共阴极），</a:t>
            </a:r>
            <a:r>
              <a:rPr lang="en-US" altLang="zh-CN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uno GND</a:t>
            </a:r>
          </a:p>
          <a:p>
            <a:pPr>
              <a:lnSpc>
                <a:spcPct val="120000"/>
              </a:lnSpc>
            </a:pPr>
            <a:r>
              <a:rPr lang="zh-CN" altLang="en-US" sz="1600" dirty="0"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黑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lang="en-US" altLang="zh-CN" sz="1600" u="sng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A</a:t>
            </a:r>
            <a:r>
              <a:rPr lang="zh-CN" altLang="en-US" sz="1600" u="sng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相输出，</a:t>
            </a:r>
            <a:r>
              <a:rPr lang="en-US" altLang="zh-CN" sz="1600" b="1" u="sng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uno D2 </a:t>
            </a:r>
            <a:r>
              <a:rPr lang="zh-CN" altLang="en-US" sz="1600" b="1" u="sng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或 </a:t>
            </a:r>
            <a:r>
              <a:rPr lang="en-US" altLang="zh-CN" sz="1600" b="1" u="sng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D3</a:t>
            </a:r>
            <a:r>
              <a:rPr lang="zh-CN" altLang="en-US" sz="1600" b="1" u="sng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（外部中断）</a:t>
            </a:r>
            <a:endParaRPr lang="en-US" altLang="zh-CN" sz="1600" b="1" u="sng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白：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B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相输出，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uno 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数字口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en-US" sz="1600" dirty="0">
                <a:solidFill>
                  <a:srgbClr val="FFC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橙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：</a:t>
            </a:r>
            <a:r>
              <a:rPr lang="en-US" altLang="zh-CN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Z</a:t>
            </a:r>
            <a:r>
              <a:rPr lang="zh-CN" altLang="en-US" sz="1600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相输出（零点槽信号，本次不用）</a:t>
            </a:r>
            <a:endParaRPr lang="en-US" altLang="zh-CN" sz="1600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F7E39440-0B35-42CA-8E5C-4A39DA95C052}"/>
              </a:ext>
            </a:extLst>
          </p:cNvPr>
          <p:cNvSpPr txBox="1"/>
          <p:nvPr/>
        </p:nvSpPr>
        <p:spPr>
          <a:xfrm>
            <a:off x="9167498" y="2555839"/>
            <a:ext cx="2186732" cy="386904"/>
          </a:xfrm>
          <a:prstGeom prst="roundRect">
            <a:avLst/>
          </a:prstGeom>
          <a:solidFill>
            <a:srgbClr val="3366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限时：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30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分钟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54554EE6-E9D4-4D42-8B46-DBF6ABE08B40}"/>
              </a:ext>
            </a:extLst>
          </p:cNvPr>
          <p:cNvSpPr txBox="1"/>
          <p:nvPr/>
        </p:nvSpPr>
        <p:spPr>
          <a:xfrm>
            <a:off x="9959727" y="4729571"/>
            <a:ext cx="1888362" cy="1612772"/>
          </a:xfrm>
          <a:prstGeom prst="roundRect">
            <a:avLst/>
          </a:prstGeom>
          <a:solidFill>
            <a:srgbClr val="3366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36000" rIns="0" bIns="36000" rtlCol="0">
            <a:spAutoFit/>
          </a:bodyPr>
          <a:lstStyle/>
          <a:p>
            <a:pPr algn="just"/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用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loop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代替时间中断亦可，但不能用</a:t>
            </a:r>
            <a:r>
              <a:rPr lang="en-US" altLang="zh-CN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delay</a:t>
            </a:r>
            <a:r>
              <a:rPr lang="zh-CN" altLang="en-US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进行延时，否则影响外部中断的触发。</a:t>
            </a:r>
            <a:endParaRPr lang="en-US" altLang="zh-CN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DEB8338D-6DC2-42BA-BE25-60D5A3E3FDAE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15924" y="1181268"/>
            <a:ext cx="1960186" cy="2956950"/>
          </a:xfrm>
          <a:prstGeom prst="rect">
            <a:avLst/>
          </a:prstGeom>
        </p:spPr>
      </p:pic>
      <p:sp>
        <p:nvSpPr>
          <p:cNvPr id="35" name="文本框 34">
            <a:extLst>
              <a:ext uri="{FF2B5EF4-FFF2-40B4-BE49-F238E27FC236}">
                <a16:creationId xmlns:a16="http://schemas.microsoft.com/office/drawing/2014/main" id="{94E91EA0-EB3B-440C-9CF5-259CF1513923}"/>
              </a:ext>
            </a:extLst>
          </p:cNvPr>
          <p:cNvSpPr txBox="1"/>
          <p:nvPr/>
        </p:nvSpPr>
        <p:spPr>
          <a:xfrm>
            <a:off x="9167498" y="3352802"/>
            <a:ext cx="2186732" cy="646331"/>
          </a:xfrm>
          <a:prstGeom prst="rect">
            <a:avLst/>
          </a:prstGeom>
          <a:solidFill>
            <a:srgbClr val="336699"/>
          </a:solidFill>
        </p:spPr>
        <p:txBody>
          <a:bodyPr wrap="square" lIns="36000" rIns="36000">
            <a:spAutoFit/>
          </a:bodyPr>
          <a:lstStyle/>
          <a:p>
            <a:pPr algn="ctr"/>
            <a:r>
              <a:rPr lang="en-US" altLang="zh-CN" b="1" dirty="0">
                <a:solidFill>
                  <a:schemeClr val="bg1"/>
                </a:solidFill>
                <a:latin typeface="+mn-lt"/>
                <a:ea typeface="微软雅黑" panose="020B0503020204020204" pitchFamily="34" charset="-122"/>
              </a:rPr>
              <a:t>w13-s1-readEncoder</a:t>
            </a:r>
            <a:r>
              <a:rPr lang="en-US" altLang="zh-CN" b="1" dirty="0">
                <a:solidFill>
                  <a:schemeClr val="bg1"/>
                </a:solidFill>
                <a:latin typeface="+mn-lt"/>
              </a:rPr>
              <a:t>.ino</a:t>
            </a:r>
            <a:endParaRPr lang="zh-CN" alt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6073269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3" grpId="0" animBg="1"/>
      <p:bldP spid="3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BA3FEA-3BE8-48F8-A041-0A0033FB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§3 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霍尔编码器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ABBC39-BAC6-42C5-8A5E-DB0F5BA22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969" y="1232400"/>
            <a:ext cx="6249736" cy="5003300"/>
          </a:xfrm>
        </p:spPr>
        <p:txBody>
          <a:bodyPr/>
          <a:lstStyle/>
          <a:p>
            <a:r>
              <a:rPr lang="zh-CN" altLang="en-US" dirty="0"/>
              <a:t>霍尔效应（</a:t>
            </a:r>
            <a:r>
              <a:rPr lang="en-US" altLang="zh-CN" dirty="0"/>
              <a:t>Hall Effect</a:t>
            </a:r>
            <a:r>
              <a:rPr lang="zh-CN" altLang="en-US" dirty="0"/>
              <a:t>）</a:t>
            </a:r>
            <a:endParaRPr lang="en-US" altLang="zh-CN" dirty="0"/>
          </a:p>
          <a:p>
            <a:pPr lvl="1"/>
            <a:r>
              <a:rPr lang="zh-CN" altLang="en-US" dirty="0"/>
              <a:t>一种</a:t>
            </a:r>
            <a:r>
              <a:rPr lang="zh-CN" altLang="en-US" dirty="0">
                <a:solidFill>
                  <a:srgbClr val="C00000"/>
                </a:solidFill>
              </a:rPr>
              <a:t>磁</a:t>
            </a:r>
            <a:r>
              <a:rPr lang="en-US" altLang="zh-CN" dirty="0">
                <a:solidFill>
                  <a:srgbClr val="C00000"/>
                </a:solidFill>
              </a:rPr>
              <a:t>-</a:t>
            </a:r>
            <a:r>
              <a:rPr lang="zh-CN" altLang="en-US" dirty="0">
                <a:solidFill>
                  <a:srgbClr val="C00000"/>
                </a:solidFill>
              </a:rPr>
              <a:t>电转换效应</a:t>
            </a:r>
            <a:r>
              <a:rPr lang="zh-CN" altLang="en-US" dirty="0"/>
              <a:t>，于</a:t>
            </a:r>
            <a:r>
              <a:rPr lang="en-US" altLang="zh-CN" dirty="0"/>
              <a:t>1879</a:t>
            </a:r>
            <a:r>
              <a:rPr lang="zh-CN" altLang="en-US" dirty="0"/>
              <a:t>年由美国物理学家 </a:t>
            </a:r>
            <a:r>
              <a:rPr lang="en-US" altLang="zh-CN" dirty="0"/>
              <a:t>Edwin H. Hall </a:t>
            </a:r>
            <a:r>
              <a:rPr lang="zh-CN" altLang="en-US" dirty="0"/>
              <a:t>在研究金属导电机制时发现。</a:t>
            </a:r>
            <a:endParaRPr lang="en-US" altLang="zh-CN" dirty="0"/>
          </a:p>
          <a:p>
            <a:pPr lvl="1"/>
            <a:r>
              <a:rPr lang="zh-CN" altLang="en-US" dirty="0"/>
              <a:t>金属材料的霍尔效应太弱，没有得到应用。</a:t>
            </a:r>
            <a:endParaRPr lang="en-US" altLang="zh-CN" dirty="0"/>
          </a:p>
          <a:p>
            <a:pPr lvl="1"/>
            <a:r>
              <a:rPr lang="zh-CN" altLang="en-US" dirty="0"/>
              <a:t>使用</a:t>
            </a:r>
            <a:r>
              <a:rPr lang="zh-CN" altLang="en-US" dirty="0">
                <a:solidFill>
                  <a:srgbClr val="C00000"/>
                </a:solidFill>
              </a:rPr>
              <a:t>半导体材料</a:t>
            </a:r>
            <a:r>
              <a:rPr lang="zh-CN" altLang="en-US" dirty="0"/>
              <a:t>制造的</a:t>
            </a:r>
            <a:r>
              <a:rPr lang="zh-CN" altLang="en-US" dirty="0">
                <a:solidFill>
                  <a:srgbClr val="C00000"/>
                </a:solidFill>
              </a:rPr>
              <a:t>霍尔元件</a:t>
            </a:r>
            <a:r>
              <a:rPr lang="zh-CN" altLang="en-US" dirty="0"/>
              <a:t>具有显著的霍尔效应，</a:t>
            </a:r>
            <a:r>
              <a:rPr lang="zh-CN" altLang="en-US" dirty="0">
                <a:solidFill>
                  <a:srgbClr val="C00000"/>
                </a:solidFill>
              </a:rPr>
              <a:t>霍尔式传感器</a:t>
            </a:r>
            <a:r>
              <a:rPr lang="zh-CN" altLang="en-US" dirty="0"/>
              <a:t>开始得到广泛应用。</a:t>
            </a:r>
            <a:endParaRPr lang="en-US" altLang="zh-CN" dirty="0"/>
          </a:p>
          <a:p>
            <a:pPr lvl="2"/>
            <a:r>
              <a:rPr lang="zh-CN" altLang="en-US" dirty="0"/>
              <a:t>载流子（</a:t>
            </a:r>
            <a:r>
              <a:rPr lang="en-US" altLang="zh-CN" dirty="0"/>
              <a:t>N</a:t>
            </a:r>
            <a:r>
              <a:rPr lang="zh-CN" altLang="en-US" dirty="0"/>
              <a:t>型半导体为电子，</a:t>
            </a:r>
            <a:r>
              <a:rPr lang="en-US" altLang="zh-CN" dirty="0"/>
              <a:t>P</a:t>
            </a:r>
            <a:r>
              <a:rPr lang="zh-CN" altLang="en-US" dirty="0"/>
              <a:t>型半导体为空穴）受磁场洛伦兹力作用产生偏转，在垂直于电流方向形成电场，即</a:t>
            </a:r>
            <a:r>
              <a:rPr lang="zh-CN" altLang="en-US" dirty="0">
                <a:solidFill>
                  <a:srgbClr val="C00000"/>
                </a:solidFill>
              </a:rPr>
              <a:t>霍尔电场</a:t>
            </a:r>
            <a:r>
              <a:rPr lang="zh-CN" altLang="en-US" dirty="0"/>
              <a:t>，相应的电压称为</a:t>
            </a:r>
            <a:r>
              <a:rPr lang="zh-CN" altLang="en-US" dirty="0">
                <a:solidFill>
                  <a:srgbClr val="C00000"/>
                </a:solidFill>
              </a:rPr>
              <a:t>霍尔电压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dirty="0"/>
              <a:t>霍尔式传感器可用于测量电流、电压、磁场、位移、力、压力、速度、加速度和机械振动。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4B8584-0535-42B1-A15B-E21399768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9</a:t>
            </a:fld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6FC71C9-0B4A-447B-89D6-997C8BF5CD71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46703" y="1622436"/>
            <a:ext cx="5059853" cy="4149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4145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BA3FEA-3BE8-48F8-A041-0A0033FB9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§3 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霍尔编码器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ABBC39-BAC6-42C5-8A5E-DB0F5BA22C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5969" y="1232400"/>
            <a:ext cx="6249736" cy="5003300"/>
          </a:xfrm>
        </p:spPr>
        <p:txBody>
          <a:bodyPr/>
          <a:lstStyle/>
          <a:p>
            <a:r>
              <a:rPr lang="zh-CN" altLang="en-US" dirty="0"/>
              <a:t>霍尔编码器</a:t>
            </a:r>
            <a:endParaRPr lang="en-US" altLang="zh-CN" dirty="0"/>
          </a:p>
          <a:p>
            <a:pPr lvl="1"/>
            <a:r>
              <a:rPr lang="zh-CN" altLang="en-US" dirty="0"/>
              <a:t>检测原理与光电编码器相似。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4B8584-0535-42B1-A15B-E21399768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10</a:t>
            </a:fld>
            <a:endParaRPr lang="zh-CN" altLang="en-US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2EC2DEBD-A335-4ABB-B182-6A8B9D7437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4903655"/>
              </p:ext>
            </p:extLst>
          </p:nvPr>
        </p:nvGraphicFramePr>
        <p:xfrm>
          <a:off x="864938" y="2592020"/>
          <a:ext cx="3670968" cy="3383663"/>
        </p:xfrm>
        <a:graphic>
          <a:graphicData uri="http://schemas.openxmlformats.org/drawingml/2006/table">
            <a:tbl>
              <a:tblPr>
                <a:tableStyleId>{0660B408-B3CF-4A94-85FC-2B1E0A45F4A2}</a:tableStyleId>
              </a:tblPr>
              <a:tblGrid>
                <a:gridCol w="1835484">
                  <a:extLst>
                    <a:ext uri="{9D8B030D-6E8A-4147-A177-3AD203B41FA5}">
                      <a16:colId xmlns:a16="http://schemas.microsoft.com/office/drawing/2014/main" val="2369146248"/>
                    </a:ext>
                  </a:extLst>
                </a:gridCol>
                <a:gridCol w="1835484">
                  <a:extLst>
                    <a:ext uri="{9D8B030D-6E8A-4147-A177-3AD203B41FA5}">
                      <a16:colId xmlns:a16="http://schemas.microsoft.com/office/drawing/2014/main" val="758982816"/>
                    </a:ext>
                  </a:extLst>
                </a:gridCol>
              </a:tblGrid>
              <a:tr h="6093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光电式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9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霍尔式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669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3164982"/>
                  </a:ext>
                </a:extLst>
              </a:tr>
              <a:tr h="609332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码盘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磁环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C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0765499"/>
                  </a:ext>
                </a:extLst>
              </a:tr>
              <a:tr h="609332"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光电传感器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514350" rtl="0" eaLnBrk="1" latinLnBrk="0" hangingPunct="1"/>
                      <a:r>
                        <a:rPr lang="zh-CN" alt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霍尔元件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91794386"/>
                  </a:ext>
                </a:extLst>
              </a:tr>
              <a:tr h="60933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effectLst/>
                        </a:rPr>
                        <a:t>A</a:t>
                      </a:r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、</a:t>
                      </a:r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两相输出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effectLst/>
                        </a:rPr>
                        <a:t>A</a:t>
                      </a:r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、</a:t>
                      </a:r>
                      <a:r>
                        <a:rPr lang="en-US" altLang="zh-CN" sz="1800" b="0" dirty="0">
                          <a:solidFill>
                            <a:schemeClr val="bg1"/>
                          </a:solidFill>
                          <a:effectLst/>
                        </a:rPr>
                        <a:t>B</a:t>
                      </a:r>
                      <a:r>
                        <a:rPr lang="zh-CN" altLang="en-US" sz="1800" b="0" dirty="0">
                          <a:solidFill>
                            <a:schemeClr val="bg1"/>
                          </a:solidFill>
                          <a:effectLst/>
                        </a:rPr>
                        <a:t>两相输出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0747010"/>
                  </a:ext>
                </a:extLst>
              </a:tr>
              <a:tr h="94633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每圈脉冲数</a:t>
                      </a:r>
                      <a:endParaRPr lang="en-US" altLang="zh-CN" sz="1800" dirty="0">
                        <a:effectLst/>
                      </a:endParaRPr>
                    </a:p>
                    <a:p>
                      <a:pPr algn="ctr"/>
                      <a:r>
                        <a:rPr lang="en-US" altLang="zh-CN" sz="1800" dirty="0">
                          <a:effectLst/>
                        </a:rPr>
                        <a:t>10</a:t>
                      </a:r>
                      <a:r>
                        <a:rPr lang="en-US" altLang="zh-CN" sz="1800" baseline="30000" dirty="0">
                          <a:effectLst/>
                        </a:rPr>
                        <a:t>3 </a:t>
                      </a:r>
                      <a:r>
                        <a:rPr lang="zh-CN" altLang="en-US" sz="1800" baseline="0" dirty="0">
                          <a:effectLst/>
                        </a:rPr>
                        <a:t>量级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effectLst/>
                        </a:rPr>
                        <a:t>每圈脉冲数</a:t>
                      </a:r>
                      <a:endParaRPr lang="en-US" altLang="zh-CN" sz="1800" dirty="0">
                        <a:effectLst/>
                      </a:endParaRPr>
                    </a:p>
                    <a:p>
                      <a:pPr algn="ctr"/>
                      <a:r>
                        <a:rPr lang="en-US" altLang="zh-CN" sz="1800" dirty="0">
                          <a:effectLst/>
                        </a:rPr>
                        <a:t>10</a:t>
                      </a:r>
                      <a:r>
                        <a:rPr lang="en-US" altLang="zh-CN" sz="1800" baseline="30000" dirty="0">
                          <a:effectLst/>
                        </a:rPr>
                        <a:t>1 </a:t>
                      </a:r>
                      <a:r>
                        <a:rPr lang="zh-CN" altLang="en-US" sz="1800" baseline="0" dirty="0">
                          <a:effectLst/>
                        </a:rPr>
                        <a:t>量级</a:t>
                      </a:r>
                    </a:p>
                  </a:txBody>
                  <a:tcPr marL="76200" marR="76200" marT="19050" marB="1905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75690804"/>
                  </a:ext>
                </a:extLst>
              </a:tr>
            </a:tbl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C2C01931-F8D7-4C3C-9DFF-68B99DEB1A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7714" y="3736741"/>
            <a:ext cx="3511221" cy="2562726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9075706F-C0F3-4D67-84FB-67C5A1757644}"/>
              </a:ext>
            </a:extLst>
          </p:cNvPr>
          <p:cNvSpPr txBox="1"/>
          <p:nvPr/>
        </p:nvSpPr>
        <p:spPr>
          <a:xfrm>
            <a:off x="9315844" y="2592020"/>
            <a:ext cx="1616852" cy="629494"/>
          </a:xfrm>
          <a:prstGeom prst="roundRect">
            <a:avLst/>
          </a:prstGeom>
          <a:solidFill>
            <a:srgbClr val="3366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带霍尔编码器的减速电机</a:t>
            </a:r>
            <a:endParaRPr lang="en-US" altLang="zh-CN" sz="16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62FAF778-FAFD-4BB1-AC92-7D2DEFC96D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424" b="96560" l="2763" r="98679">
                        <a14:foregroundMark x1="23123" y1="25880" x2="23123" y2="25880"/>
                        <a14:foregroundMark x1="26547" y1="18530" x2="21441" y2="40422"/>
                        <a14:foregroundMark x1="35856" y1="12823" x2="31231" y2="24238"/>
                        <a14:foregroundMark x1="37357" y1="7349" x2="44925" y2="16106"/>
                        <a14:foregroundMark x1="33453" y1="2424" x2="39580" y2="5004"/>
                        <a14:foregroundMark x1="8769" y1="39406" x2="9790" y2="44566"/>
                        <a14:foregroundMark x1="5586" y1="14543" x2="9790" y2="17748"/>
                        <a14:foregroundMark x1="6246" y1="11181" x2="11471" y2="18217"/>
                        <a14:foregroundMark x1="2763" y1="14699" x2="9910" y2="20641"/>
                        <a14:foregroundMark x1="82943" y1="51681" x2="96456" y2="62080"/>
                        <a14:foregroundMark x1="53153" y1="91947" x2="73514" y2="89523"/>
                        <a14:foregroundMark x1="58559" y1="96560" x2="68949" y2="95778"/>
                        <a14:foregroundMark x1="24384" y1="69977" x2="24384" y2="69977"/>
                        <a14:foregroundMark x1="24805" y1="71071" x2="24805" y2="71071"/>
                        <a14:foregroundMark x1="25345" y1="71853" x2="25345" y2="71853"/>
                        <a14:foregroundMark x1="22102" y1="69507" x2="22102" y2="69507"/>
                        <a14:foregroundMark x1="22763" y1="70524" x2="22763" y2="70524"/>
                        <a14:foregroundMark x1="23604" y1="71384" x2="23604" y2="71384"/>
                        <a14:foregroundMark x1="24925" y1="72400" x2="24925" y2="72400"/>
                        <a14:foregroundMark x1="25706" y1="73182" x2="25706" y2="73182"/>
                        <a14:foregroundMark x1="26667" y1="73886" x2="26667" y2="73886"/>
                        <a14:foregroundMark x1="27928" y1="75606" x2="27928" y2="75606"/>
                        <a14:foregroundMark x1="29489" y1="76779" x2="29489" y2="76779"/>
                        <a14:foregroundMark x1="85826" y1="44722" x2="85826" y2="44722"/>
                        <a14:foregroundMark x1="86547" y1="44722" x2="86547" y2="44722"/>
                        <a14:foregroundMark x1="86066" y1="43862" x2="86066" y2="43862"/>
                        <a14:foregroundMark x1="84144" y1="41830" x2="84144" y2="41830"/>
                        <a14:foregroundMark x1="83844" y1="41126" x2="83844" y2="41126"/>
                        <a14:foregroundMark x1="83664" y1="40735" x2="83664" y2="40735"/>
                        <a14:foregroundMark x1="88649" y1="47615" x2="88649" y2="47615"/>
                        <a14:foregroundMark x1="92312" y1="51994" x2="92312" y2="51994"/>
                        <a14:foregroundMark x1="90030" y1="49179" x2="90030" y2="49179"/>
                        <a14:foregroundMark x1="98078" y1="62314" x2="98078" y2="62314"/>
                        <a14:foregroundMark x1="98378" y1="63878" x2="98378" y2="63878"/>
                        <a14:foregroundMark x1="98679" y1="64191" x2="98679" y2="64191"/>
                        <a14:foregroundMark x1="97117" y1="60203" x2="97117" y2="60203"/>
                        <a14:backgroundMark x1="59099" y1="98593" x2="60541" y2="99218"/>
                        <a14:backgroundMark x1="78739" y1="96716" x2="76877" y2="97811"/>
                        <a14:backgroundMark x1="67988" y1="99531" x2="67988" y2="99531"/>
                        <a14:backgroundMark x1="61562" y1="99609" x2="61562" y2="99609"/>
                        <a14:backgroundMark x1="66486" y1="99609" x2="66486" y2="99609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20283" y="1389529"/>
            <a:ext cx="3345369" cy="2569806"/>
          </a:xfrm>
          <a:prstGeom prst="rect">
            <a:avLst/>
          </a:prstGeom>
        </p:spPr>
      </p:pic>
      <p:grpSp>
        <p:nvGrpSpPr>
          <p:cNvPr id="25" name="组合 24">
            <a:extLst>
              <a:ext uri="{FF2B5EF4-FFF2-40B4-BE49-F238E27FC236}">
                <a16:creationId xmlns:a16="http://schemas.microsoft.com/office/drawing/2014/main" id="{B661E061-0E45-43F6-94EF-7A296BBABF1F}"/>
              </a:ext>
            </a:extLst>
          </p:cNvPr>
          <p:cNvGrpSpPr/>
          <p:nvPr/>
        </p:nvGrpSpPr>
        <p:grpSpPr>
          <a:xfrm>
            <a:off x="6940856" y="3469536"/>
            <a:ext cx="2099468" cy="1525824"/>
            <a:chOff x="6940856" y="3469536"/>
            <a:chExt cx="2099468" cy="1525824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272A1AA1-1008-4221-AA19-495D1C346A84}"/>
                </a:ext>
              </a:extLst>
            </p:cNvPr>
            <p:cNvSpPr txBox="1"/>
            <p:nvPr/>
          </p:nvSpPr>
          <p:spPr>
            <a:xfrm>
              <a:off x="8506983" y="3469536"/>
              <a:ext cx="533341" cy="386904"/>
            </a:xfrm>
            <a:prstGeom prst="roundRect">
              <a:avLst/>
            </a:prstGeom>
            <a:noFill/>
            <a:ln>
              <a:noFill/>
            </a:ln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磁环</a:t>
              </a:r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id="{BB9A4C35-384E-4DFC-8644-5FCC74458439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7996990" y="3481137"/>
              <a:ext cx="482687" cy="176426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EA829998-7FA2-4106-B3AC-DB6708AADE99}"/>
                </a:ext>
              </a:extLst>
            </p:cNvPr>
            <p:cNvSpPr txBox="1"/>
            <p:nvPr/>
          </p:nvSpPr>
          <p:spPr>
            <a:xfrm>
              <a:off x="6940856" y="4320172"/>
              <a:ext cx="533341" cy="675188"/>
            </a:xfrm>
            <a:prstGeom prst="roundRect">
              <a:avLst/>
            </a:prstGeom>
            <a:noFill/>
            <a:ln>
              <a:noFill/>
            </a:ln>
          </p:spPr>
          <p:txBody>
            <a:bodyPr wrap="square" lIns="0" tIns="36000" rIns="0" bIns="36000" rtlCol="0">
              <a:spAutoFit/>
            </a:bodyPr>
            <a:lstStyle/>
            <a:p>
              <a:pPr algn="ctr"/>
              <a:r>
                <a:rPr lang="zh-CN" altLang="en-US" b="1" dirty="0">
                  <a:solidFill>
                    <a:srgbClr val="C0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霍尔元件</a:t>
              </a:r>
              <a:endParaRPr lang="en-US" altLang="zh-CN" b="1" dirty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endParaRPr>
            </a:p>
          </p:txBody>
        </p:sp>
        <p:cxnSp>
          <p:nvCxnSpPr>
            <p:cNvPr id="20" name="直接连接符 19">
              <a:extLst>
                <a:ext uri="{FF2B5EF4-FFF2-40B4-BE49-F238E27FC236}">
                  <a16:creationId xmlns:a16="http://schemas.microsoft.com/office/drawing/2014/main" id="{F396957B-ACEB-4EBB-B8F0-E23233D51909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7207527" y="3549298"/>
              <a:ext cx="386480" cy="77087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id="{A183AB43-9D39-4D4E-BF07-2738839AD194}"/>
                </a:ext>
              </a:extLst>
            </p:cNvPr>
            <p:cNvCxnSpPr>
              <a:cxnSpLocks/>
              <a:stCxn id="19" idx="0"/>
            </p:cNvCxnSpPr>
            <p:nvPr/>
          </p:nvCxnSpPr>
          <p:spPr>
            <a:xfrm flipV="1">
              <a:off x="7207527" y="3701698"/>
              <a:ext cx="538880" cy="618474"/>
            </a:xfrm>
            <a:prstGeom prst="line">
              <a:avLst/>
            </a:prstGeom>
            <a:ln w="28575">
              <a:solidFill>
                <a:srgbClr val="C00000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834160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858EC-EBD0-4386-8A57-ACF649E3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§4.1 </a:t>
            </a:r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开环和闭环控制的基本概念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CA2E4E3-2F1C-4BFF-A65C-87F5F22BC7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开环控制：</a:t>
            </a:r>
            <a:r>
              <a:rPr lang="zh-CN" altLang="en-US" dirty="0">
                <a:solidFill>
                  <a:srgbClr val="C00000"/>
                </a:solidFill>
              </a:rPr>
              <a:t>无反馈</a:t>
            </a:r>
            <a:r>
              <a:rPr lang="zh-CN" altLang="en-US" dirty="0"/>
              <a:t>信息的系统控制方式。</a:t>
            </a:r>
            <a:endParaRPr lang="en-US" altLang="zh-CN" dirty="0"/>
          </a:p>
          <a:p>
            <a:r>
              <a:rPr lang="zh-CN" altLang="en-US" dirty="0"/>
              <a:t>闭环控制：根据控制对象的</a:t>
            </a:r>
            <a:r>
              <a:rPr lang="zh-CN" altLang="en-US" dirty="0">
                <a:solidFill>
                  <a:srgbClr val="C00000"/>
                </a:solidFill>
              </a:rPr>
              <a:t>输出反馈</a:t>
            </a:r>
            <a:r>
              <a:rPr lang="zh-CN" altLang="en-US" dirty="0"/>
              <a:t>来进行</a:t>
            </a:r>
            <a:r>
              <a:rPr lang="zh-CN" altLang="en-US" dirty="0">
                <a:solidFill>
                  <a:srgbClr val="C00000"/>
                </a:solidFill>
              </a:rPr>
              <a:t>校正</a:t>
            </a:r>
            <a:r>
              <a:rPr lang="en-US" altLang="zh-CN" dirty="0">
                <a:latin typeface="+mn-ea"/>
              </a:rPr>
              <a:t>(</a:t>
            </a:r>
            <a:r>
              <a:rPr lang="zh-CN" altLang="en-US" dirty="0">
                <a:solidFill>
                  <a:srgbClr val="C00000"/>
                </a:solidFill>
              </a:rPr>
              <a:t>测量值</a:t>
            </a:r>
            <a:r>
              <a:rPr lang="zh-CN" altLang="en-US" dirty="0"/>
              <a:t>与</a:t>
            </a:r>
            <a:r>
              <a:rPr lang="zh-CN" altLang="en-US" dirty="0">
                <a:solidFill>
                  <a:srgbClr val="C00000"/>
                </a:solidFill>
              </a:rPr>
              <a:t>目标值</a:t>
            </a:r>
            <a:r>
              <a:rPr lang="zh-CN" altLang="en-US" dirty="0"/>
              <a:t>的</a:t>
            </a:r>
            <a:r>
              <a:rPr lang="zh-CN" altLang="en-US" dirty="0">
                <a:solidFill>
                  <a:srgbClr val="C00000"/>
                </a:solidFill>
              </a:rPr>
              <a:t>偏差</a:t>
            </a:r>
            <a:r>
              <a:rPr lang="en-US" altLang="zh-CN" dirty="0">
                <a:latin typeface="+mn-ea"/>
              </a:rPr>
              <a:t>)</a:t>
            </a:r>
            <a:r>
              <a:rPr lang="zh-CN" altLang="en-US" dirty="0"/>
              <a:t>的控制方式。</a:t>
            </a:r>
          </a:p>
          <a:p>
            <a:pPr marL="0" indent="0">
              <a:buNone/>
            </a:pP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0A3340-4309-4B6D-A7B6-8D05F1F8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11</a:t>
            </a:fld>
            <a:endParaRPr lang="zh-CN" altLang="en-US" dirty="0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7539722F-3FBE-443A-B7B3-8CECED0079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8032" y="3170290"/>
            <a:ext cx="1757120" cy="2132856"/>
          </a:xfrm>
          <a:prstGeom prst="rect">
            <a:avLst/>
          </a:prstGeom>
        </p:spPr>
      </p:pic>
      <p:pic>
        <p:nvPicPr>
          <p:cNvPr id="50" name="图片 49">
            <a:extLst>
              <a:ext uri="{FF2B5EF4-FFF2-40B4-BE49-F238E27FC236}">
                <a16:creationId xmlns:a16="http://schemas.microsoft.com/office/drawing/2014/main" id="{78F7D162-B979-4A27-85F9-95B925D052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6899" y="3168346"/>
            <a:ext cx="3439763" cy="2134800"/>
          </a:xfrm>
          <a:prstGeom prst="rect">
            <a:avLst/>
          </a:prstGeom>
        </p:spPr>
      </p:pic>
      <p:sp>
        <p:nvSpPr>
          <p:cNvPr id="53" name="文本框 52">
            <a:extLst>
              <a:ext uri="{FF2B5EF4-FFF2-40B4-BE49-F238E27FC236}">
                <a16:creationId xmlns:a16="http://schemas.microsoft.com/office/drawing/2014/main" id="{A8E72443-BC38-4BA2-80E3-AE71EE279AE7}"/>
              </a:ext>
            </a:extLst>
          </p:cNvPr>
          <p:cNvSpPr txBox="1"/>
          <p:nvPr/>
        </p:nvSpPr>
        <p:spPr>
          <a:xfrm>
            <a:off x="1446412" y="5430400"/>
            <a:ext cx="3240360" cy="806888"/>
          </a:xfrm>
          <a:prstGeom prst="rect">
            <a:avLst/>
          </a:prstGeom>
          <a:solidFill>
            <a:srgbClr val="C00000"/>
          </a:solidFill>
        </p:spPr>
        <p:txBody>
          <a:bodyPr wrap="square" anchor="ctr" anchorCtr="1">
            <a:spAutoFit/>
          </a:bodyPr>
          <a:lstStyle>
            <a:defPPr>
              <a:defRPr lang="zh-CN"/>
            </a:defPPr>
            <a:lvl1pPr>
              <a:defRPr sz="2400" b="1" i="1">
                <a:solidFill>
                  <a:schemeClr val="bg1"/>
                </a:solidFill>
                <a:latin typeface="Cambria Math" panose="02040503050406030204" pitchFamily="18" charset="0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i="0" dirty="0"/>
              <a:t>开环控制</a:t>
            </a:r>
          </a:p>
          <a:p>
            <a:pPr algn="ctr">
              <a:lnSpc>
                <a:spcPct val="150000"/>
              </a:lnSpc>
            </a:pPr>
            <a:r>
              <a:rPr lang="zh-CN" altLang="en-US" sz="2000" i="0" dirty="0"/>
              <a:t>无反馈信息的系统控制方式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7E349D7B-C144-43D4-B6DD-C48A0D76F3C6}"/>
              </a:ext>
            </a:extLst>
          </p:cNvPr>
          <p:cNvSpPr txBox="1"/>
          <p:nvPr/>
        </p:nvSpPr>
        <p:spPr>
          <a:xfrm>
            <a:off x="4838775" y="5439212"/>
            <a:ext cx="6616012" cy="806888"/>
          </a:xfrm>
          <a:prstGeom prst="rect">
            <a:avLst/>
          </a:prstGeom>
          <a:solidFill>
            <a:srgbClr val="C00000"/>
          </a:solidFill>
        </p:spPr>
        <p:txBody>
          <a:bodyPr wrap="square" anchor="ctr" anchorCtr="1">
            <a:spAutoFit/>
          </a:bodyPr>
          <a:lstStyle>
            <a:defPPr>
              <a:defRPr lang="zh-CN"/>
            </a:defPPr>
            <a:lvl1pPr>
              <a:defRPr sz="2400" b="1" i="1">
                <a:solidFill>
                  <a:schemeClr val="bg1"/>
                </a:solidFill>
                <a:latin typeface="Cambria Math" panose="02040503050406030204" pitchFamily="18" charset="0"/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zh-CN" altLang="en-US" sz="2000" i="0" dirty="0"/>
              <a:t>闭环控制</a:t>
            </a:r>
            <a:endParaRPr lang="en-US" altLang="zh-CN" sz="2000" i="0" dirty="0"/>
          </a:p>
          <a:p>
            <a:pPr algn="ctr">
              <a:lnSpc>
                <a:spcPct val="150000"/>
              </a:lnSpc>
            </a:pPr>
            <a:r>
              <a:rPr lang="zh-CN" altLang="en-US" sz="2000" i="0" dirty="0"/>
              <a:t>根据控制对象的输出反馈，校正</a:t>
            </a:r>
            <a:r>
              <a:rPr lang="zh-CN" altLang="en-US" sz="2000" i="0" u="sng" dirty="0"/>
              <a:t>测量值</a:t>
            </a:r>
            <a:r>
              <a:rPr lang="zh-CN" altLang="en-US" sz="2000" i="0" dirty="0"/>
              <a:t>与</a:t>
            </a:r>
            <a:r>
              <a:rPr lang="zh-CN" altLang="en-US" sz="2000" i="0" u="sng" dirty="0"/>
              <a:t>目标值</a:t>
            </a:r>
            <a:r>
              <a:rPr lang="zh-CN" altLang="en-US" sz="2000" i="0" dirty="0"/>
              <a:t>的偏差。</a:t>
            </a:r>
          </a:p>
        </p:txBody>
      </p:sp>
    </p:spTree>
    <p:extLst>
      <p:ext uri="{BB962C8B-B14F-4D97-AF65-F5344CB8AC3E}">
        <p14:creationId xmlns:p14="http://schemas.microsoft.com/office/powerpoint/2010/main" val="392949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6858EC-EBD0-4386-8A57-ACF649E38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开环与闭环控制的基本流程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A0A3340-4309-4B6D-A7B6-8D05F1F8F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12</a:t>
            </a:fld>
            <a:endParaRPr lang="zh-CN" altLang="en-US" dirty="0"/>
          </a:p>
        </p:txBody>
      </p: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EB13EE4B-9CE3-48B1-BBF1-44F2EA35384F}"/>
              </a:ext>
            </a:extLst>
          </p:cNvPr>
          <p:cNvGrpSpPr/>
          <p:nvPr/>
        </p:nvGrpSpPr>
        <p:grpSpPr>
          <a:xfrm>
            <a:off x="2475741" y="1312959"/>
            <a:ext cx="8533416" cy="1497535"/>
            <a:chOff x="1306013" y="3143802"/>
            <a:chExt cx="8533416" cy="1497535"/>
          </a:xfrm>
        </p:grpSpPr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1B7FF816-CF1F-484A-9BC4-5AFD7E6F01EB}"/>
                </a:ext>
              </a:extLst>
            </p:cNvPr>
            <p:cNvSpPr/>
            <p:nvPr/>
          </p:nvSpPr>
          <p:spPr>
            <a:xfrm>
              <a:off x="2475003" y="3975522"/>
              <a:ext cx="1378540" cy="665815"/>
            </a:xfrm>
            <a:prstGeom prst="roundRect">
              <a:avLst>
                <a:gd name="adj" fmla="val 10000"/>
              </a:avLst>
            </a:prstGeom>
            <a:solidFill>
              <a:srgbClr val="33669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400" dirty="0"/>
                <a:t>控制器</a:t>
              </a:r>
            </a:p>
          </p:txBody>
        </p:sp>
        <p:sp>
          <p:nvSpPr>
            <p:cNvPr id="17" name="箭头: 右 16">
              <a:extLst>
                <a:ext uri="{FF2B5EF4-FFF2-40B4-BE49-F238E27FC236}">
                  <a16:creationId xmlns:a16="http://schemas.microsoft.com/office/drawing/2014/main" id="{2B4EC3E9-644F-4C6F-8277-E6CEBC271256}"/>
                </a:ext>
              </a:extLst>
            </p:cNvPr>
            <p:cNvSpPr/>
            <p:nvPr/>
          </p:nvSpPr>
          <p:spPr>
            <a:xfrm>
              <a:off x="3908098" y="4127163"/>
              <a:ext cx="918285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" name="箭头: 右 12">
              <a:extLst>
                <a:ext uri="{FF2B5EF4-FFF2-40B4-BE49-F238E27FC236}">
                  <a16:creationId xmlns:a16="http://schemas.microsoft.com/office/drawing/2014/main" id="{C814A3EF-9BC8-454B-9C84-BD5678EC7F72}"/>
                </a:ext>
              </a:extLst>
            </p:cNvPr>
            <p:cNvSpPr/>
            <p:nvPr/>
          </p:nvSpPr>
          <p:spPr>
            <a:xfrm>
              <a:off x="6314033" y="4127163"/>
              <a:ext cx="918285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CADDA2A6-EBD6-430E-93C0-ABFB17286777}"/>
                </a:ext>
              </a:extLst>
            </p:cNvPr>
            <p:cNvSpPr/>
            <p:nvPr/>
          </p:nvSpPr>
          <p:spPr>
            <a:xfrm>
              <a:off x="4880938" y="3975522"/>
              <a:ext cx="1378540" cy="665815"/>
            </a:xfrm>
            <a:prstGeom prst="roundRect">
              <a:avLst>
                <a:gd name="adj" fmla="val 10000"/>
              </a:avLst>
            </a:prstGeom>
            <a:solidFill>
              <a:srgbClr val="33669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400" dirty="0"/>
                <a:t>执行器</a:t>
              </a:r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91E8064E-88B4-44E4-B797-C8972C0845B7}"/>
                </a:ext>
              </a:extLst>
            </p:cNvPr>
            <p:cNvSpPr/>
            <p:nvPr/>
          </p:nvSpPr>
          <p:spPr>
            <a:xfrm>
              <a:off x="7286873" y="3975521"/>
              <a:ext cx="1525161" cy="665815"/>
            </a:xfrm>
            <a:prstGeom prst="roundRect">
              <a:avLst>
                <a:gd name="adj" fmla="val 10000"/>
              </a:avLst>
            </a:prstGeom>
            <a:solidFill>
              <a:srgbClr val="33669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400" dirty="0"/>
                <a:t>控制对象</a:t>
              </a:r>
            </a:p>
          </p:txBody>
        </p:sp>
        <p:sp>
          <p:nvSpPr>
            <p:cNvPr id="25" name="箭头: 右 24">
              <a:extLst>
                <a:ext uri="{FF2B5EF4-FFF2-40B4-BE49-F238E27FC236}">
                  <a16:creationId xmlns:a16="http://schemas.microsoft.com/office/drawing/2014/main" id="{13860DA0-91C8-4A40-A54F-E26AAB77DE3C}"/>
                </a:ext>
              </a:extLst>
            </p:cNvPr>
            <p:cNvSpPr/>
            <p:nvPr/>
          </p:nvSpPr>
          <p:spPr>
            <a:xfrm>
              <a:off x="1502163" y="4158186"/>
              <a:ext cx="918285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id="{8C65E415-41AF-4951-AA5A-FEA52E813E28}"/>
                </a:ext>
              </a:extLst>
            </p:cNvPr>
            <p:cNvSpPr/>
            <p:nvPr/>
          </p:nvSpPr>
          <p:spPr>
            <a:xfrm>
              <a:off x="6116170" y="3745630"/>
              <a:ext cx="1168990" cy="474953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000" dirty="0">
                  <a:solidFill>
                    <a:srgbClr val="C00000"/>
                  </a:solidFill>
                </a:rPr>
                <a:t>控制量</a:t>
              </a:r>
            </a:p>
          </p:txBody>
        </p:sp>
        <p:sp>
          <p:nvSpPr>
            <p:cNvPr id="29" name="矩形: 圆角 28">
              <a:extLst>
                <a:ext uri="{FF2B5EF4-FFF2-40B4-BE49-F238E27FC236}">
                  <a16:creationId xmlns:a16="http://schemas.microsoft.com/office/drawing/2014/main" id="{CD8D8498-494E-4B36-A3BB-32A8E20F4D88}"/>
                </a:ext>
              </a:extLst>
            </p:cNvPr>
            <p:cNvSpPr/>
            <p:nvPr/>
          </p:nvSpPr>
          <p:spPr>
            <a:xfrm>
              <a:off x="1306013" y="3738044"/>
              <a:ext cx="1168990" cy="474953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000" dirty="0">
                  <a:solidFill>
                    <a:srgbClr val="C00000"/>
                  </a:solidFill>
                </a:rPr>
                <a:t>给定值</a:t>
              </a:r>
            </a:p>
          </p:txBody>
        </p:sp>
        <p:sp>
          <p:nvSpPr>
            <p:cNvPr id="31" name="箭头: 右 30">
              <a:extLst>
                <a:ext uri="{FF2B5EF4-FFF2-40B4-BE49-F238E27FC236}">
                  <a16:creationId xmlns:a16="http://schemas.microsoft.com/office/drawing/2014/main" id="{566E424C-1FEE-490E-AD96-E7F69F274BAF}"/>
                </a:ext>
              </a:extLst>
            </p:cNvPr>
            <p:cNvSpPr/>
            <p:nvPr/>
          </p:nvSpPr>
          <p:spPr>
            <a:xfrm>
              <a:off x="8866589" y="4127163"/>
              <a:ext cx="918285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id="{DEE8CFFC-EAFE-4269-83A3-F8E1E5C6B115}"/>
                </a:ext>
              </a:extLst>
            </p:cNvPr>
            <p:cNvSpPr/>
            <p:nvPr/>
          </p:nvSpPr>
          <p:spPr>
            <a:xfrm>
              <a:off x="8670439" y="3738044"/>
              <a:ext cx="1168990" cy="474953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000" dirty="0">
                  <a:solidFill>
                    <a:srgbClr val="C00000"/>
                  </a:solidFill>
                </a:rPr>
                <a:t>被控量</a:t>
              </a:r>
            </a:p>
          </p:txBody>
        </p:sp>
        <p:sp>
          <p:nvSpPr>
            <p:cNvPr id="35" name="箭头: 右 34">
              <a:extLst>
                <a:ext uri="{FF2B5EF4-FFF2-40B4-BE49-F238E27FC236}">
                  <a16:creationId xmlns:a16="http://schemas.microsoft.com/office/drawing/2014/main" id="{881355AE-9540-4D5D-BFDB-8291D94A248B}"/>
                </a:ext>
              </a:extLst>
            </p:cNvPr>
            <p:cNvSpPr/>
            <p:nvPr/>
          </p:nvSpPr>
          <p:spPr>
            <a:xfrm rot="5400000">
              <a:off x="7816864" y="3556778"/>
              <a:ext cx="474953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C0933029-B679-494F-9FC1-BC2770295651}"/>
                </a:ext>
              </a:extLst>
            </p:cNvPr>
            <p:cNvSpPr/>
            <p:nvPr/>
          </p:nvSpPr>
          <p:spPr>
            <a:xfrm>
              <a:off x="7615373" y="3143802"/>
              <a:ext cx="868160" cy="356766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000" dirty="0">
                  <a:solidFill>
                    <a:srgbClr val="C00000"/>
                  </a:solidFill>
                </a:rPr>
                <a:t>干扰</a:t>
              </a:r>
            </a:p>
          </p:txBody>
        </p: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id="{308830A3-9AEF-467B-9F5C-BC616B5B09C4}"/>
              </a:ext>
            </a:extLst>
          </p:cNvPr>
          <p:cNvGrpSpPr/>
          <p:nvPr/>
        </p:nvGrpSpPr>
        <p:grpSpPr>
          <a:xfrm>
            <a:off x="1457975" y="3531222"/>
            <a:ext cx="9597995" cy="2491153"/>
            <a:chOff x="523027" y="4099271"/>
            <a:chExt cx="9597995" cy="2491153"/>
          </a:xfrm>
        </p:grpSpPr>
        <p:sp>
          <p:nvSpPr>
            <p:cNvPr id="39" name="矩形: 圆角 38">
              <a:extLst>
                <a:ext uri="{FF2B5EF4-FFF2-40B4-BE49-F238E27FC236}">
                  <a16:creationId xmlns:a16="http://schemas.microsoft.com/office/drawing/2014/main" id="{3CD23822-99D1-4A8F-A9D5-F219A2853E9A}"/>
                </a:ext>
              </a:extLst>
            </p:cNvPr>
            <p:cNvSpPr/>
            <p:nvPr/>
          </p:nvSpPr>
          <p:spPr>
            <a:xfrm>
              <a:off x="2752953" y="4930991"/>
              <a:ext cx="1378540" cy="665815"/>
            </a:xfrm>
            <a:prstGeom prst="roundRect">
              <a:avLst>
                <a:gd name="adj" fmla="val 10000"/>
              </a:avLst>
            </a:prstGeom>
            <a:solidFill>
              <a:srgbClr val="33669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400" dirty="0"/>
                <a:t>控制器</a:t>
              </a:r>
            </a:p>
          </p:txBody>
        </p:sp>
        <p:sp>
          <p:nvSpPr>
            <p:cNvPr id="41" name="箭头: 右 40">
              <a:extLst>
                <a:ext uri="{FF2B5EF4-FFF2-40B4-BE49-F238E27FC236}">
                  <a16:creationId xmlns:a16="http://schemas.microsoft.com/office/drawing/2014/main" id="{5F864FA4-1AE7-4684-AAFA-1666A614B3E0}"/>
                </a:ext>
              </a:extLst>
            </p:cNvPr>
            <p:cNvSpPr/>
            <p:nvPr/>
          </p:nvSpPr>
          <p:spPr>
            <a:xfrm>
              <a:off x="4186048" y="5082632"/>
              <a:ext cx="918285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4" name="箭头: 右 43">
              <a:extLst>
                <a:ext uri="{FF2B5EF4-FFF2-40B4-BE49-F238E27FC236}">
                  <a16:creationId xmlns:a16="http://schemas.microsoft.com/office/drawing/2014/main" id="{19B97194-BBB9-44B0-BE6F-541ACDBF4C5B}"/>
                </a:ext>
              </a:extLst>
            </p:cNvPr>
            <p:cNvSpPr/>
            <p:nvPr/>
          </p:nvSpPr>
          <p:spPr>
            <a:xfrm>
              <a:off x="6591983" y="5082632"/>
              <a:ext cx="918285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46" name="矩形: 圆角 45">
              <a:extLst>
                <a:ext uri="{FF2B5EF4-FFF2-40B4-BE49-F238E27FC236}">
                  <a16:creationId xmlns:a16="http://schemas.microsoft.com/office/drawing/2014/main" id="{A081FFA9-B99D-4074-B62F-A1B06BCF6E3B}"/>
                </a:ext>
              </a:extLst>
            </p:cNvPr>
            <p:cNvSpPr/>
            <p:nvPr/>
          </p:nvSpPr>
          <p:spPr>
            <a:xfrm>
              <a:off x="5158888" y="4930991"/>
              <a:ext cx="1378540" cy="665815"/>
            </a:xfrm>
            <a:prstGeom prst="roundRect">
              <a:avLst>
                <a:gd name="adj" fmla="val 10000"/>
              </a:avLst>
            </a:prstGeom>
            <a:solidFill>
              <a:srgbClr val="33669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400" dirty="0"/>
                <a:t>执行器</a:t>
              </a:r>
            </a:p>
          </p:txBody>
        </p:sp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id="{7E0B97F8-11FC-4164-BCB6-6309749BF2ED}"/>
                </a:ext>
              </a:extLst>
            </p:cNvPr>
            <p:cNvSpPr/>
            <p:nvPr/>
          </p:nvSpPr>
          <p:spPr>
            <a:xfrm>
              <a:off x="7564823" y="4930990"/>
              <a:ext cx="1525161" cy="665815"/>
            </a:xfrm>
            <a:prstGeom prst="roundRect">
              <a:avLst>
                <a:gd name="adj" fmla="val 10000"/>
              </a:avLst>
            </a:prstGeom>
            <a:solidFill>
              <a:srgbClr val="336699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400" dirty="0"/>
                <a:t>控制对象</a:t>
              </a:r>
            </a:p>
          </p:txBody>
        </p:sp>
        <p:sp>
          <p:nvSpPr>
            <p:cNvPr id="49" name="箭头: 右 48">
              <a:extLst>
                <a:ext uri="{FF2B5EF4-FFF2-40B4-BE49-F238E27FC236}">
                  <a16:creationId xmlns:a16="http://schemas.microsoft.com/office/drawing/2014/main" id="{6F42D75A-B3B3-4F8F-8654-8521C9468504}"/>
                </a:ext>
              </a:extLst>
            </p:cNvPr>
            <p:cNvSpPr/>
            <p:nvPr/>
          </p:nvSpPr>
          <p:spPr>
            <a:xfrm>
              <a:off x="816729" y="5113655"/>
              <a:ext cx="806326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1" name="矩形: 圆角 50">
              <a:extLst>
                <a:ext uri="{FF2B5EF4-FFF2-40B4-BE49-F238E27FC236}">
                  <a16:creationId xmlns:a16="http://schemas.microsoft.com/office/drawing/2014/main" id="{828ECFD3-DCBC-4093-9D2A-46092F1EBFFD}"/>
                </a:ext>
              </a:extLst>
            </p:cNvPr>
            <p:cNvSpPr/>
            <p:nvPr/>
          </p:nvSpPr>
          <p:spPr>
            <a:xfrm>
              <a:off x="6394120" y="4717647"/>
              <a:ext cx="1168990" cy="474953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000" dirty="0">
                  <a:solidFill>
                    <a:srgbClr val="C00000"/>
                  </a:solidFill>
                </a:rPr>
                <a:t>控制量</a:t>
              </a:r>
            </a:p>
          </p:txBody>
        </p:sp>
        <p:sp>
          <p:nvSpPr>
            <p:cNvPr id="52" name="矩形: 圆角 51">
              <a:extLst>
                <a:ext uri="{FF2B5EF4-FFF2-40B4-BE49-F238E27FC236}">
                  <a16:creationId xmlns:a16="http://schemas.microsoft.com/office/drawing/2014/main" id="{4770C4C3-79DF-4736-AA9D-CE6D6D93C6BF}"/>
                </a:ext>
              </a:extLst>
            </p:cNvPr>
            <p:cNvSpPr/>
            <p:nvPr/>
          </p:nvSpPr>
          <p:spPr>
            <a:xfrm>
              <a:off x="523027" y="4717647"/>
              <a:ext cx="1168990" cy="474953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000" dirty="0">
                  <a:solidFill>
                    <a:srgbClr val="C00000"/>
                  </a:solidFill>
                </a:rPr>
                <a:t>给定值</a:t>
              </a:r>
            </a:p>
          </p:txBody>
        </p:sp>
        <p:sp>
          <p:nvSpPr>
            <p:cNvPr id="54" name="箭头: 右 53">
              <a:extLst>
                <a:ext uri="{FF2B5EF4-FFF2-40B4-BE49-F238E27FC236}">
                  <a16:creationId xmlns:a16="http://schemas.microsoft.com/office/drawing/2014/main" id="{8C447151-40B8-4637-B94F-381C04E92624}"/>
                </a:ext>
              </a:extLst>
            </p:cNvPr>
            <p:cNvSpPr/>
            <p:nvPr/>
          </p:nvSpPr>
          <p:spPr>
            <a:xfrm>
              <a:off x="9144539" y="5082632"/>
              <a:ext cx="918285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id="{22EEF445-7CA5-4AB7-9460-3365285A7325}"/>
                </a:ext>
              </a:extLst>
            </p:cNvPr>
            <p:cNvSpPr/>
            <p:nvPr/>
          </p:nvSpPr>
          <p:spPr>
            <a:xfrm>
              <a:off x="8952032" y="4685927"/>
              <a:ext cx="1168990" cy="474953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000" dirty="0">
                  <a:solidFill>
                    <a:srgbClr val="C00000"/>
                  </a:solidFill>
                </a:rPr>
                <a:t>被控量</a:t>
              </a:r>
            </a:p>
          </p:txBody>
        </p:sp>
        <p:sp>
          <p:nvSpPr>
            <p:cNvPr id="58" name="箭头: 右 57">
              <a:extLst>
                <a:ext uri="{FF2B5EF4-FFF2-40B4-BE49-F238E27FC236}">
                  <a16:creationId xmlns:a16="http://schemas.microsoft.com/office/drawing/2014/main" id="{DE572E80-8F42-4AAD-8441-C47742596E9A}"/>
                </a:ext>
              </a:extLst>
            </p:cNvPr>
            <p:cNvSpPr/>
            <p:nvPr/>
          </p:nvSpPr>
          <p:spPr>
            <a:xfrm rot="5400000">
              <a:off x="8094814" y="4512247"/>
              <a:ext cx="474953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id="{2E97FCA3-C35F-42EF-89C0-200A10306ED5}"/>
                </a:ext>
              </a:extLst>
            </p:cNvPr>
            <p:cNvSpPr/>
            <p:nvPr/>
          </p:nvSpPr>
          <p:spPr>
            <a:xfrm>
              <a:off x="7893323" y="4099271"/>
              <a:ext cx="868160" cy="356766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000" dirty="0">
                  <a:solidFill>
                    <a:srgbClr val="C00000"/>
                  </a:solidFill>
                </a:rPr>
                <a:t>干扰</a:t>
              </a:r>
            </a:p>
          </p:txBody>
        </p: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id="{65E16D12-BDFE-4B28-9C4F-2963CD8B332A}"/>
                </a:ext>
              </a:extLst>
            </p:cNvPr>
            <p:cNvGrpSpPr/>
            <p:nvPr/>
          </p:nvGrpSpPr>
          <p:grpSpPr>
            <a:xfrm>
              <a:off x="1704554" y="5001235"/>
              <a:ext cx="524859" cy="524859"/>
              <a:chOff x="1877250" y="4370737"/>
              <a:chExt cx="524859" cy="524859"/>
            </a:xfrm>
          </p:grpSpPr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D939FD7F-49B4-45C6-AA68-70EF7FB216B9}"/>
                  </a:ext>
                </a:extLst>
              </p:cNvPr>
              <p:cNvSpPr/>
              <p:nvPr/>
            </p:nvSpPr>
            <p:spPr>
              <a:xfrm>
                <a:off x="1877250" y="4370737"/>
                <a:ext cx="524859" cy="524859"/>
              </a:xfrm>
              <a:prstGeom prst="ellipse">
                <a:avLst/>
              </a:prstGeom>
              <a:noFill/>
              <a:ln w="28575">
                <a:solidFill>
                  <a:srgbClr val="33669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63" name="直接连接符 62">
                <a:extLst>
                  <a:ext uri="{FF2B5EF4-FFF2-40B4-BE49-F238E27FC236}">
                    <a16:creationId xmlns:a16="http://schemas.microsoft.com/office/drawing/2014/main" id="{8DEC3AF3-21E2-460F-8F23-1CAC1CBAEEEA}"/>
                  </a:ext>
                </a:extLst>
              </p:cNvPr>
              <p:cNvCxnSpPr>
                <a:stCxn id="61" idx="7"/>
                <a:endCxn id="61" idx="3"/>
              </p:cNvCxnSpPr>
              <p:nvPr/>
            </p:nvCxnSpPr>
            <p:spPr>
              <a:xfrm flipH="1">
                <a:off x="1954114" y="4447601"/>
                <a:ext cx="371131" cy="371131"/>
              </a:xfrm>
              <a:prstGeom prst="line">
                <a:avLst/>
              </a:prstGeom>
              <a:ln w="28575">
                <a:solidFill>
                  <a:srgbClr val="336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直接连接符 63">
                <a:extLst>
                  <a:ext uri="{FF2B5EF4-FFF2-40B4-BE49-F238E27FC236}">
                    <a16:creationId xmlns:a16="http://schemas.microsoft.com/office/drawing/2014/main" id="{57D34C66-E0DB-4584-AF03-76C754E12A41}"/>
                  </a:ext>
                </a:extLst>
              </p:cNvPr>
              <p:cNvCxnSpPr>
                <a:cxnSpLocks/>
                <a:stCxn id="61" idx="1"/>
                <a:endCxn id="61" idx="5"/>
              </p:cNvCxnSpPr>
              <p:nvPr/>
            </p:nvCxnSpPr>
            <p:spPr>
              <a:xfrm>
                <a:off x="1954114" y="4447601"/>
                <a:ext cx="371131" cy="371131"/>
              </a:xfrm>
              <a:prstGeom prst="line">
                <a:avLst/>
              </a:prstGeom>
              <a:ln w="28575">
                <a:solidFill>
                  <a:srgbClr val="33669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9" name="箭头: 右 68">
              <a:extLst>
                <a:ext uri="{FF2B5EF4-FFF2-40B4-BE49-F238E27FC236}">
                  <a16:creationId xmlns:a16="http://schemas.microsoft.com/office/drawing/2014/main" id="{66D1D221-7A80-4611-B474-CE7A814B1A56}"/>
                </a:ext>
              </a:extLst>
            </p:cNvPr>
            <p:cNvSpPr/>
            <p:nvPr/>
          </p:nvSpPr>
          <p:spPr>
            <a:xfrm>
              <a:off x="2313108" y="5078331"/>
              <a:ext cx="384557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863D895B-6617-4D4D-8B50-C20290B1C8CA}"/>
                </a:ext>
              </a:extLst>
            </p:cNvPr>
            <p:cNvSpPr/>
            <p:nvPr/>
          </p:nvSpPr>
          <p:spPr>
            <a:xfrm>
              <a:off x="5100655" y="5707828"/>
              <a:ext cx="1495005" cy="665815"/>
            </a:xfrm>
            <a:prstGeom prst="roundRect">
              <a:avLst>
                <a:gd name="adj" fmla="val 10000"/>
              </a:avLst>
            </a:prstGeom>
            <a:solidFill>
              <a:srgbClr val="C00000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400" dirty="0"/>
                <a:t>反馈环节</a:t>
              </a:r>
            </a:p>
          </p:txBody>
        </p:sp>
        <p:sp>
          <p:nvSpPr>
            <p:cNvPr id="73" name="矩形 72">
              <a:extLst>
                <a:ext uri="{FF2B5EF4-FFF2-40B4-BE49-F238E27FC236}">
                  <a16:creationId xmlns:a16="http://schemas.microsoft.com/office/drawing/2014/main" id="{2DCD9F66-1079-485E-AE0B-2A20B21FB1CE}"/>
                </a:ext>
              </a:extLst>
            </p:cNvPr>
            <p:cNvSpPr/>
            <p:nvPr/>
          </p:nvSpPr>
          <p:spPr>
            <a:xfrm rot="16200000">
              <a:off x="9281203" y="5563282"/>
              <a:ext cx="589749" cy="203543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箭头: 右 73">
              <a:extLst>
                <a:ext uri="{FF2B5EF4-FFF2-40B4-BE49-F238E27FC236}">
                  <a16:creationId xmlns:a16="http://schemas.microsoft.com/office/drawing/2014/main" id="{1C9E702C-2614-4530-96DD-A71D393F2B81}"/>
                </a:ext>
              </a:extLst>
            </p:cNvPr>
            <p:cNvSpPr/>
            <p:nvPr/>
          </p:nvSpPr>
          <p:spPr>
            <a:xfrm rot="10800000">
              <a:off x="6643585" y="5857538"/>
              <a:ext cx="3034261" cy="363600"/>
            </a:xfrm>
            <a:prstGeom prst="rightArrow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矩形 76">
              <a:extLst>
                <a:ext uri="{FF2B5EF4-FFF2-40B4-BE49-F238E27FC236}">
                  <a16:creationId xmlns:a16="http://schemas.microsoft.com/office/drawing/2014/main" id="{598698E1-27EE-4566-A8D1-C017CBEEADE4}"/>
                </a:ext>
              </a:extLst>
            </p:cNvPr>
            <p:cNvSpPr/>
            <p:nvPr/>
          </p:nvSpPr>
          <p:spPr>
            <a:xfrm>
              <a:off x="1862489" y="5959339"/>
              <a:ext cx="3190242" cy="174761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箭头: 右 80">
              <a:extLst>
                <a:ext uri="{FF2B5EF4-FFF2-40B4-BE49-F238E27FC236}">
                  <a16:creationId xmlns:a16="http://schemas.microsoft.com/office/drawing/2014/main" id="{BC731B8D-55B3-49E0-8F5C-1528E89A9259}"/>
                </a:ext>
              </a:extLst>
            </p:cNvPr>
            <p:cNvSpPr/>
            <p:nvPr/>
          </p:nvSpPr>
          <p:spPr>
            <a:xfrm rot="16200000" flipV="1">
              <a:off x="1681472" y="5672925"/>
              <a:ext cx="559814" cy="362533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99CCFF"/>
            </a:solidFill>
          </p:spPr>
          <p:style>
            <a:ln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6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6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82" name="矩形: 圆角 81">
              <a:extLst>
                <a:ext uri="{FF2B5EF4-FFF2-40B4-BE49-F238E27FC236}">
                  <a16:creationId xmlns:a16="http://schemas.microsoft.com/office/drawing/2014/main" id="{A67579FA-9A16-4F87-9C6F-E1A2EC9D0B00}"/>
                </a:ext>
              </a:extLst>
            </p:cNvPr>
            <p:cNvSpPr/>
            <p:nvPr/>
          </p:nvSpPr>
          <p:spPr>
            <a:xfrm>
              <a:off x="1362814" y="5440864"/>
              <a:ext cx="530083" cy="1149560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pPr>
                <a:lnSpc>
                  <a:spcPct val="90000"/>
                </a:lnSpc>
              </a:pPr>
              <a:r>
                <a:rPr lang="zh-CN" altLang="en-US" sz="2000" dirty="0">
                  <a:solidFill>
                    <a:srgbClr val="C00000"/>
                  </a:solidFill>
                </a:rPr>
                <a:t>反馈量</a:t>
              </a:r>
            </a:p>
          </p:txBody>
        </p:sp>
        <p:sp>
          <p:nvSpPr>
            <p:cNvPr id="83" name="矩形: 圆角 82">
              <a:extLst>
                <a:ext uri="{FF2B5EF4-FFF2-40B4-BE49-F238E27FC236}">
                  <a16:creationId xmlns:a16="http://schemas.microsoft.com/office/drawing/2014/main" id="{218B744D-AE73-4F17-8EE2-0FFFE9CDE9FC}"/>
                </a:ext>
              </a:extLst>
            </p:cNvPr>
            <p:cNvSpPr/>
            <p:nvPr/>
          </p:nvSpPr>
          <p:spPr>
            <a:xfrm>
              <a:off x="1386860" y="4500632"/>
              <a:ext cx="1168990" cy="474953"/>
            </a:xfrm>
            <a:prstGeom prst="roundRect">
              <a:avLst>
                <a:gd name="adj" fmla="val 10000"/>
              </a:avLst>
            </a:prstGeom>
            <a:no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anchor="ctr" anchorCtr="1"/>
            <a:lstStyle/>
            <a:p>
              <a:r>
                <a:rPr lang="zh-CN" altLang="en-US" sz="2400" dirty="0">
                  <a:solidFill>
                    <a:srgbClr val="C00000"/>
                  </a:solidFill>
                </a:rPr>
                <a:t>比较器</a:t>
              </a:r>
            </a:p>
          </p:txBody>
        </p:sp>
      </p:grpSp>
      <p:sp>
        <p:nvSpPr>
          <p:cNvPr id="85" name="矩形: 圆角 84">
            <a:extLst>
              <a:ext uri="{FF2B5EF4-FFF2-40B4-BE49-F238E27FC236}">
                <a16:creationId xmlns:a16="http://schemas.microsoft.com/office/drawing/2014/main" id="{35AF8ECD-28BB-4B3A-BAE6-4E15D4EB7BB7}"/>
              </a:ext>
            </a:extLst>
          </p:cNvPr>
          <p:cNvSpPr/>
          <p:nvPr/>
        </p:nvSpPr>
        <p:spPr>
          <a:xfrm>
            <a:off x="544938" y="1923451"/>
            <a:ext cx="972727" cy="1170315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2400" dirty="0">
                <a:solidFill>
                  <a:srgbClr val="C00000"/>
                </a:solidFill>
              </a:rPr>
              <a:t>开环</a:t>
            </a:r>
            <a:r>
              <a:rPr lang="zh-CN" altLang="en-US" sz="2400" dirty="0">
                <a:solidFill>
                  <a:srgbClr val="336699"/>
                </a:solidFill>
              </a:rPr>
              <a:t>控制系统</a:t>
            </a:r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AA9D9205-2F16-45B4-BD66-BCECB27E7454}"/>
              </a:ext>
            </a:extLst>
          </p:cNvPr>
          <p:cNvSpPr/>
          <p:nvPr/>
        </p:nvSpPr>
        <p:spPr>
          <a:xfrm>
            <a:off x="541584" y="4095066"/>
            <a:ext cx="972727" cy="1207196"/>
          </a:xfrm>
          <a:prstGeom prst="roundRect">
            <a:avLst>
              <a:gd name="adj" fmla="val 10000"/>
            </a:avLst>
          </a:prstGeom>
          <a:noFill/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 anchorCtr="1"/>
          <a:lstStyle/>
          <a:p>
            <a:r>
              <a:rPr lang="zh-CN" altLang="en-US" sz="2400" dirty="0">
                <a:solidFill>
                  <a:srgbClr val="C00000"/>
                </a:solidFill>
              </a:rPr>
              <a:t>闭环</a:t>
            </a:r>
            <a:r>
              <a:rPr lang="zh-CN" altLang="en-US" sz="2400" dirty="0">
                <a:solidFill>
                  <a:srgbClr val="336699"/>
                </a:solidFill>
              </a:rPr>
              <a:t>控制系统</a:t>
            </a:r>
          </a:p>
        </p:txBody>
      </p:sp>
    </p:spTree>
    <p:extLst>
      <p:ext uri="{BB962C8B-B14F-4D97-AF65-F5344CB8AC3E}">
        <p14:creationId xmlns:p14="http://schemas.microsoft.com/office/powerpoint/2010/main" val="28377377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02B30-540B-4E12-A663-ED6FE2AF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2" y="592561"/>
            <a:ext cx="10858500" cy="453998"/>
          </a:xfrm>
        </p:spPr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§4.2 Bang-Bang </a:t>
            </a:r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控制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4668C3-BDF2-47D5-A854-49B1FA17F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2" y="1161624"/>
            <a:ext cx="10858498" cy="5277275"/>
          </a:xfrm>
        </p:spPr>
        <p:txBody>
          <a:bodyPr/>
          <a:lstStyle/>
          <a:p>
            <a:r>
              <a:rPr lang="zh-CN" altLang="en-US" dirty="0"/>
              <a:t>起停式控制（</a:t>
            </a:r>
            <a:r>
              <a:rPr lang="en-US" altLang="zh-CN" dirty="0"/>
              <a:t>Bang-Bang control</a:t>
            </a:r>
            <a:r>
              <a:rPr lang="zh-CN" altLang="en-US" dirty="0"/>
              <a:t>），也称为砰砰控制、开关控制。</a:t>
            </a:r>
            <a:endParaRPr lang="en-US" altLang="zh-CN" dirty="0"/>
          </a:p>
          <a:p>
            <a:r>
              <a:rPr lang="zh-CN" altLang="en-US" dirty="0"/>
              <a:t>让输出在</a:t>
            </a:r>
            <a:r>
              <a:rPr lang="zh-CN" altLang="en-US" dirty="0">
                <a:solidFill>
                  <a:srgbClr val="C00000"/>
                </a:solidFill>
              </a:rPr>
              <a:t>两种状态</a:t>
            </a:r>
            <a:r>
              <a:rPr lang="zh-CN" altLang="en-US" dirty="0"/>
              <a:t>之间切换的闭环控制器。</a:t>
            </a:r>
            <a:endParaRPr lang="en-US" altLang="zh-CN" dirty="0"/>
          </a:p>
          <a:p>
            <a:pPr lvl="1"/>
            <a:r>
              <a:rPr lang="zh-CN" altLang="en-US" dirty="0"/>
              <a:t>例：</a:t>
            </a:r>
            <a:r>
              <a:rPr lang="zh-CN" altLang="en-US" b="0" i="0" dirty="0">
                <a:solidFill>
                  <a:srgbClr val="333333"/>
                </a:solidFill>
                <a:effectLst/>
                <a:latin typeface="Helvetica Neue"/>
              </a:rPr>
              <a:t>最大火力烧开水，在煮沸后关闭热源。</a:t>
            </a:r>
            <a:endParaRPr lang="en-US" altLang="zh-CN" b="0" i="0" dirty="0">
              <a:solidFill>
                <a:srgbClr val="333333"/>
              </a:solidFill>
              <a:effectLst/>
              <a:latin typeface="Helvetica Neue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DB49F5-9EEC-46DD-AFE0-CCEE7AE2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13</a:t>
            </a:fld>
            <a:endParaRPr lang="zh-CN" altLang="en-US" dirty="0"/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FEC23175-DBEF-4624-811C-8A4030C19F55}"/>
              </a:ext>
            </a:extLst>
          </p:cNvPr>
          <p:cNvGrpSpPr/>
          <p:nvPr/>
        </p:nvGrpSpPr>
        <p:grpSpPr>
          <a:xfrm>
            <a:off x="1646108" y="3016150"/>
            <a:ext cx="5643654" cy="3249289"/>
            <a:chOff x="1646108" y="3016150"/>
            <a:chExt cx="5643654" cy="3249289"/>
          </a:xfrm>
        </p:grpSpPr>
        <p:sp>
          <p:nvSpPr>
            <p:cNvPr id="6" name="流程图: 过程 5">
              <a:extLst>
                <a:ext uri="{FF2B5EF4-FFF2-40B4-BE49-F238E27FC236}">
                  <a16:creationId xmlns:a16="http://schemas.microsoft.com/office/drawing/2014/main" id="{B882C30D-5F15-4168-ACF9-8694AD68311F}"/>
                </a:ext>
              </a:extLst>
            </p:cNvPr>
            <p:cNvSpPr/>
            <p:nvPr/>
          </p:nvSpPr>
          <p:spPr>
            <a:xfrm>
              <a:off x="3977706" y="3016150"/>
              <a:ext cx="1219199" cy="394781"/>
            </a:xfrm>
            <a:prstGeom prst="flowChartProcess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温度测量</a:t>
              </a:r>
            </a:p>
          </p:txBody>
        </p:sp>
        <p:sp>
          <p:nvSpPr>
            <p:cNvPr id="7" name="流程图: 决策 6">
              <a:extLst>
                <a:ext uri="{FF2B5EF4-FFF2-40B4-BE49-F238E27FC236}">
                  <a16:creationId xmlns:a16="http://schemas.microsoft.com/office/drawing/2014/main" id="{18A67743-B835-49E5-8D6C-FE15D4420894}"/>
                </a:ext>
              </a:extLst>
            </p:cNvPr>
            <p:cNvSpPr/>
            <p:nvPr/>
          </p:nvSpPr>
          <p:spPr>
            <a:xfrm>
              <a:off x="3439445" y="4093995"/>
              <a:ext cx="2295727" cy="775861"/>
            </a:xfrm>
            <a:prstGeom prst="flowChartDecision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温度阈值</a:t>
              </a:r>
              <a:endParaRPr lang="en-US" altLang="zh-CN" dirty="0"/>
            </a:p>
            <a:p>
              <a:pPr algn="ctr"/>
              <a:r>
                <a:rPr lang="zh-CN" altLang="en-US" dirty="0"/>
                <a:t>比较</a:t>
              </a:r>
            </a:p>
          </p:txBody>
        </p:sp>
        <p:sp>
          <p:nvSpPr>
            <p:cNvPr id="8" name="流程图: 过程 7">
              <a:extLst>
                <a:ext uri="{FF2B5EF4-FFF2-40B4-BE49-F238E27FC236}">
                  <a16:creationId xmlns:a16="http://schemas.microsoft.com/office/drawing/2014/main" id="{A0DE7BE3-855D-4760-A5B5-980A30C4908F}"/>
                </a:ext>
              </a:extLst>
            </p:cNvPr>
            <p:cNvSpPr/>
            <p:nvPr/>
          </p:nvSpPr>
          <p:spPr>
            <a:xfrm>
              <a:off x="1646108" y="4284534"/>
              <a:ext cx="901429" cy="394781"/>
            </a:xfrm>
            <a:prstGeom prst="flowChartProcess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停机</a:t>
              </a:r>
            </a:p>
          </p:txBody>
        </p:sp>
        <p:cxnSp>
          <p:nvCxnSpPr>
            <p:cNvPr id="9" name="连接符: 肘形 8">
              <a:extLst>
                <a:ext uri="{FF2B5EF4-FFF2-40B4-BE49-F238E27FC236}">
                  <a16:creationId xmlns:a16="http://schemas.microsoft.com/office/drawing/2014/main" id="{120D735C-B595-48F6-BCD4-D1F4466E93DF}"/>
                </a:ext>
              </a:extLst>
            </p:cNvPr>
            <p:cNvCxnSpPr>
              <a:cxnSpLocks/>
              <a:stCxn id="7" idx="1"/>
              <a:endCxn id="8" idx="3"/>
            </p:cNvCxnSpPr>
            <p:nvPr/>
          </p:nvCxnSpPr>
          <p:spPr>
            <a:xfrm rot="10800000">
              <a:off x="2547537" y="4481926"/>
              <a:ext cx="891908" cy="1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流程图: 决策 9">
              <a:extLst>
                <a:ext uri="{FF2B5EF4-FFF2-40B4-BE49-F238E27FC236}">
                  <a16:creationId xmlns:a16="http://schemas.microsoft.com/office/drawing/2014/main" id="{125E274D-134B-4292-A7BA-2DC197B533C9}"/>
                </a:ext>
              </a:extLst>
            </p:cNvPr>
            <p:cNvSpPr/>
            <p:nvPr/>
          </p:nvSpPr>
          <p:spPr>
            <a:xfrm>
              <a:off x="3478355" y="5431078"/>
              <a:ext cx="2217905" cy="834361"/>
            </a:xfrm>
            <a:prstGeom prst="flowChartDecision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停机时间</a:t>
              </a:r>
              <a:endParaRPr lang="en-US" altLang="zh-CN" dirty="0"/>
            </a:p>
            <a:p>
              <a:pPr algn="ctr"/>
              <a:r>
                <a:rPr lang="zh-CN" altLang="en-US" dirty="0"/>
                <a:t>比较</a:t>
              </a:r>
            </a:p>
          </p:txBody>
        </p:sp>
        <p:cxnSp>
          <p:nvCxnSpPr>
            <p:cNvPr id="11" name="连接符: 肘形 10">
              <a:extLst>
                <a:ext uri="{FF2B5EF4-FFF2-40B4-BE49-F238E27FC236}">
                  <a16:creationId xmlns:a16="http://schemas.microsoft.com/office/drawing/2014/main" id="{18D4B00F-79BE-46E5-A9DA-DA4B74420AEC}"/>
                </a:ext>
              </a:extLst>
            </p:cNvPr>
            <p:cNvCxnSpPr>
              <a:cxnSpLocks/>
              <a:stCxn id="7" idx="2"/>
              <a:endCxn id="10" idx="0"/>
            </p:cNvCxnSpPr>
            <p:nvPr/>
          </p:nvCxnSpPr>
          <p:spPr>
            <a:xfrm rot="5400000">
              <a:off x="4306698" y="5150467"/>
              <a:ext cx="561222" cy="1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连接符: 肘形 11">
              <a:extLst>
                <a:ext uri="{FF2B5EF4-FFF2-40B4-BE49-F238E27FC236}">
                  <a16:creationId xmlns:a16="http://schemas.microsoft.com/office/drawing/2014/main" id="{98587466-6FE5-454B-B148-59CDEADB6959}"/>
                </a:ext>
              </a:extLst>
            </p:cNvPr>
            <p:cNvCxnSpPr>
              <a:cxnSpLocks/>
              <a:stCxn id="8" idx="0"/>
              <a:endCxn id="6" idx="1"/>
            </p:cNvCxnSpPr>
            <p:nvPr/>
          </p:nvCxnSpPr>
          <p:spPr>
            <a:xfrm rot="5400000" flipH="1" flipV="1">
              <a:off x="2501768" y="2808597"/>
              <a:ext cx="1070993" cy="1880883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流程图: 过程 12">
              <a:extLst>
                <a:ext uri="{FF2B5EF4-FFF2-40B4-BE49-F238E27FC236}">
                  <a16:creationId xmlns:a16="http://schemas.microsoft.com/office/drawing/2014/main" id="{0FA55CBD-BA36-4053-96E2-47B5D843CAEE}"/>
                </a:ext>
              </a:extLst>
            </p:cNvPr>
            <p:cNvSpPr/>
            <p:nvPr/>
          </p:nvSpPr>
          <p:spPr>
            <a:xfrm>
              <a:off x="6388333" y="4284534"/>
              <a:ext cx="901429" cy="394781"/>
            </a:xfrm>
            <a:prstGeom prst="flowChartProcess">
              <a:avLst/>
            </a:prstGeom>
            <a:solidFill>
              <a:srgbClr val="33669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开机</a:t>
              </a:r>
            </a:p>
          </p:txBody>
        </p:sp>
        <p:cxnSp>
          <p:nvCxnSpPr>
            <p:cNvPr id="14" name="连接符: 肘形 13">
              <a:extLst>
                <a:ext uri="{FF2B5EF4-FFF2-40B4-BE49-F238E27FC236}">
                  <a16:creationId xmlns:a16="http://schemas.microsoft.com/office/drawing/2014/main" id="{124EE6A5-1EA5-4F22-8E92-E56008BEF35F}"/>
                </a:ext>
              </a:extLst>
            </p:cNvPr>
            <p:cNvCxnSpPr>
              <a:cxnSpLocks/>
              <a:stCxn id="6" idx="2"/>
              <a:endCxn id="7" idx="0"/>
            </p:cNvCxnSpPr>
            <p:nvPr/>
          </p:nvCxnSpPr>
          <p:spPr>
            <a:xfrm rot="16200000" flipH="1">
              <a:off x="4245775" y="3752461"/>
              <a:ext cx="683064" cy="3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连接符: 肘形 14">
              <a:extLst>
                <a:ext uri="{FF2B5EF4-FFF2-40B4-BE49-F238E27FC236}">
                  <a16:creationId xmlns:a16="http://schemas.microsoft.com/office/drawing/2014/main" id="{3D0A8D49-C5B9-4E65-9ED9-E2DC025491DA}"/>
                </a:ext>
              </a:extLst>
            </p:cNvPr>
            <p:cNvCxnSpPr>
              <a:cxnSpLocks/>
              <a:stCxn id="10" idx="1"/>
              <a:endCxn id="8" idx="2"/>
            </p:cNvCxnSpPr>
            <p:nvPr/>
          </p:nvCxnSpPr>
          <p:spPr>
            <a:xfrm rot="10800000">
              <a:off x="2096823" y="4679315"/>
              <a:ext cx="1381532" cy="1168944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连接符: 肘形 15">
              <a:extLst>
                <a:ext uri="{FF2B5EF4-FFF2-40B4-BE49-F238E27FC236}">
                  <a16:creationId xmlns:a16="http://schemas.microsoft.com/office/drawing/2014/main" id="{AC2A59EC-3984-42E6-AD15-39BCA9BE53D1}"/>
                </a:ext>
              </a:extLst>
            </p:cNvPr>
            <p:cNvCxnSpPr>
              <a:cxnSpLocks/>
              <a:stCxn id="10" idx="3"/>
              <a:endCxn id="13" idx="2"/>
            </p:cNvCxnSpPr>
            <p:nvPr/>
          </p:nvCxnSpPr>
          <p:spPr>
            <a:xfrm flipV="1">
              <a:off x="5696260" y="4679315"/>
              <a:ext cx="1142788" cy="1168944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连接符: 肘形 16">
              <a:extLst>
                <a:ext uri="{FF2B5EF4-FFF2-40B4-BE49-F238E27FC236}">
                  <a16:creationId xmlns:a16="http://schemas.microsoft.com/office/drawing/2014/main" id="{059777F5-3D8D-4E71-8158-1A06535157A3}"/>
                </a:ext>
              </a:extLst>
            </p:cNvPr>
            <p:cNvCxnSpPr>
              <a:cxnSpLocks/>
              <a:stCxn id="13" idx="0"/>
              <a:endCxn id="6" idx="3"/>
            </p:cNvCxnSpPr>
            <p:nvPr/>
          </p:nvCxnSpPr>
          <p:spPr>
            <a:xfrm rot="16200000" flipV="1">
              <a:off x="5482481" y="2927966"/>
              <a:ext cx="1070993" cy="1642143"/>
            </a:xfrm>
            <a:prstGeom prst="bentConnector2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1872EEF7-AF45-491C-BC91-D8735A90F687}"/>
                </a:ext>
              </a:extLst>
            </p:cNvPr>
            <p:cNvSpPr/>
            <p:nvPr/>
          </p:nvSpPr>
          <p:spPr>
            <a:xfrm>
              <a:off x="5696260" y="5524757"/>
              <a:ext cx="90441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latin typeface="+mn-lt"/>
                </a:rPr>
                <a:t>&gt; 2 min</a:t>
              </a:r>
              <a:endParaRPr lang="zh-CN" altLang="en-US" dirty="0">
                <a:latin typeface="+mn-lt"/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B69FCAB7-B84A-43EF-9AE5-5C3584DCA5D4}"/>
                </a:ext>
              </a:extLst>
            </p:cNvPr>
            <p:cNvSpPr/>
            <p:nvPr/>
          </p:nvSpPr>
          <p:spPr>
            <a:xfrm>
              <a:off x="2621920" y="5502851"/>
              <a:ext cx="9012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+mn-lt"/>
                </a:rPr>
                <a:t>≤ </a:t>
              </a:r>
              <a:r>
                <a:rPr lang="en-US" altLang="zh-CN" dirty="0">
                  <a:latin typeface="+mn-lt"/>
                </a:rPr>
                <a:t>2 min</a:t>
              </a:r>
              <a:endParaRPr lang="zh-CN" altLang="en-US" dirty="0">
                <a:latin typeface="+mn-lt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4903803E-635D-4E88-ABE6-FB7BC08584BE}"/>
                </a:ext>
              </a:extLst>
            </p:cNvPr>
            <p:cNvSpPr/>
            <p:nvPr/>
          </p:nvSpPr>
          <p:spPr>
            <a:xfrm>
              <a:off x="4536268" y="4987175"/>
              <a:ext cx="11079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+mn-ea"/>
                  <a:ea typeface="+mn-ea"/>
                </a:rPr>
                <a:t>超过阈值</a:t>
              </a:r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D81C1AF8-2534-4A5D-B115-825F9370297D}"/>
                </a:ext>
              </a:extLst>
            </p:cNvPr>
            <p:cNvSpPr/>
            <p:nvPr/>
          </p:nvSpPr>
          <p:spPr>
            <a:xfrm>
              <a:off x="2541069" y="4080644"/>
              <a:ext cx="111280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dirty="0">
                  <a:latin typeface="+mn-ea"/>
                  <a:ea typeface="+mn-ea"/>
                </a:rPr>
                <a:t>低于阈值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B540871A-C805-430D-8000-1B56B4C9A699}"/>
              </a:ext>
            </a:extLst>
          </p:cNvPr>
          <p:cNvGrpSpPr/>
          <p:nvPr/>
        </p:nvGrpSpPr>
        <p:grpSpPr>
          <a:xfrm>
            <a:off x="8371278" y="2547984"/>
            <a:ext cx="2684237" cy="2321872"/>
            <a:chOff x="7796380" y="3289040"/>
            <a:chExt cx="2684237" cy="2321872"/>
          </a:xfrm>
        </p:grpSpPr>
        <p:pic>
          <p:nvPicPr>
            <p:cNvPr id="22" name="Picture 4" descr="ABB断路器 1P10A漏电保护器微型空气开关带漏保 GSH201 AC-C10 电工电料【图片 价格 品牌 评论】-京东">
              <a:extLst>
                <a:ext uri="{FF2B5EF4-FFF2-40B4-BE49-F238E27FC236}">
                  <a16:creationId xmlns:a16="http://schemas.microsoft.com/office/drawing/2014/main" id="{221CC790-239A-4888-911A-D8F154D4CC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6380" y="3289040"/>
              <a:ext cx="2321872" cy="23218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7A70D9C6-A013-4570-ABBF-4C4522AE54F0}"/>
                </a:ext>
              </a:extLst>
            </p:cNvPr>
            <p:cNvSpPr/>
            <p:nvPr/>
          </p:nvSpPr>
          <p:spPr>
            <a:xfrm>
              <a:off x="9577806" y="3969306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3333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Bang</a:t>
              </a:r>
              <a:r>
                <a:rPr lang="zh-CN" altLang="en-US" dirty="0">
                  <a:solidFill>
                    <a:srgbClr val="3333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！</a:t>
              </a:r>
              <a:endParaRPr lang="zh-CN" altLang="en-US" dirty="0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4A4DAA9-E933-404E-81BA-BB19904A6BFC}"/>
                </a:ext>
              </a:extLst>
            </p:cNvPr>
            <p:cNvSpPr/>
            <p:nvPr/>
          </p:nvSpPr>
          <p:spPr>
            <a:xfrm>
              <a:off x="9577806" y="4583127"/>
              <a:ext cx="90281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dirty="0">
                  <a:solidFill>
                    <a:srgbClr val="3333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Bang</a:t>
              </a:r>
              <a:r>
                <a:rPr lang="zh-CN" altLang="en-US" dirty="0">
                  <a:solidFill>
                    <a:srgbClr val="333333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sym typeface="Times New Roman" panose="02020603050405020304" pitchFamily="18" charset="0"/>
                </a:rPr>
                <a:t>！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686017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F02B30-540B-4E12-A663-ED6FE2AF0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2" y="592561"/>
            <a:ext cx="10858500" cy="453998"/>
          </a:xfrm>
        </p:spPr>
        <p:txBody>
          <a:bodyPr/>
          <a:lstStyle/>
          <a:p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实践：用 </a:t>
            </a:r>
            <a:r>
              <a:rPr lang="en-US" altLang="zh-CN" dirty="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Bang-Bang </a:t>
            </a:r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控制步进电机的相对位置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44668C3-BDF2-47D5-A854-49B1FA17F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2" y="1408014"/>
            <a:ext cx="10858498" cy="5030885"/>
          </a:xfrm>
        </p:spPr>
        <p:txBody>
          <a:bodyPr/>
          <a:lstStyle/>
          <a:p>
            <a:r>
              <a:rPr lang="zh-CN" altLang="en-US" dirty="0"/>
              <a:t>用面板上的独立编码器作为</a:t>
            </a:r>
            <a:r>
              <a:rPr lang="zh-CN" altLang="en-US" dirty="0">
                <a:solidFill>
                  <a:srgbClr val="C00000"/>
                </a:solidFill>
              </a:rPr>
              <a:t>定位编码器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用步进电机自带的编码器作为</a:t>
            </a:r>
            <a:r>
              <a:rPr lang="zh-CN" altLang="en-US" dirty="0">
                <a:solidFill>
                  <a:srgbClr val="C00000"/>
                </a:solidFill>
              </a:rPr>
              <a:t>反馈编码器</a:t>
            </a:r>
            <a:r>
              <a:rPr lang="zh-CN" altLang="en-US" dirty="0"/>
              <a:t>；</a:t>
            </a:r>
            <a:endParaRPr lang="en-US" altLang="zh-CN" dirty="0"/>
          </a:p>
          <a:p>
            <a:r>
              <a:rPr lang="zh-CN" altLang="en-US" dirty="0"/>
              <a:t>定位编码器的计数 </a:t>
            </a:r>
            <a:r>
              <a:rPr lang="en-US" altLang="zh-CN" dirty="0"/>
              <a:t>&gt; </a:t>
            </a:r>
            <a:r>
              <a:rPr lang="zh-CN" altLang="en-US" dirty="0"/>
              <a:t>反馈编码器的计数，电机</a:t>
            </a:r>
            <a:r>
              <a:rPr lang="zh-CN" altLang="en-US" dirty="0">
                <a:solidFill>
                  <a:srgbClr val="C00000"/>
                </a:solidFill>
              </a:rPr>
              <a:t>正向</a:t>
            </a:r>
            <a:r>
              <a:rPr lang="zh-CN" altLang="en-US" dirty="0">
                <a:solidFill>
                  <a:srgbClr val="336699"/>
                </a:solidFill>
              </a:rPr>
              <a:t>定速</a:t>
            </a:r>
            <a:r>
              <a:rPr lang="zh-CN" altLang="en-US" dirty="0"/>
              <a:t>旋转；</a:t>
            </a:r>
          </a:p>
          <a:p>
            <a:r>
              <a:rPr lang="zh-CN" altLang="en-US" dirty="0"/>
              <a:t>定位编码器的计数 </a:t>
            </a:r>
            <a:r>
              <a:rPr lang="en-US" altLang="zh-CN" dirty="0"/>
              <a:t>&lt; </a:t>
            </a:r>
            <a:r>
              <a:rPr lang="zh-CN" altLang="en-US" dirty="0"/>
              <a:t>反馈编码器的计数，电机</a:t>
            </a:r>
            <a:r>
              <a:rPr lang="zh-CN" altLang="en-US" dirty="0">
                <a:solidFill>
                  <a:srgbClr val="C00000"/>
                </a:solidFill>
              </a:rPr>
              <a:t>反向</a:t>
            </a:r>
            <a:r>
              <a:rPr lang="zh-CN" altLang="en-US" dirty="0">
                <a:solidFill>
                  <a:srgbClr val="336699"/>
                </a:solidFill>
              </a:rPr>
              <a:t>定速</a:t>
            </a:r>
            <a:r>
              <a:rPr lang="zh-CN" altLang="en-US" dirty="0"/>
              <a:t>旋转。</a:t>
            </a:r>
            <a:endParaRPr lang="en-US" altLang="zh-CN" dirty="0"/>
          </a:p>
          <a:p>
            <a:r>
              <a:rPr lang="zh-CN" altLang="en-US" dirty="0"/>
              <a:t>提示</a:t>
            </a:r>
            <a:endParaRPr lang="en-US" altLang="zh-CN" dirty="0"/>
          </a:p>
          <a:p>
            <a:pPr lvl="1"/>
            <a:r>
              <a:rPr lang="zh-CN" altLang="en-US" dirty="0"/>
              <a:t>两个编码器的</a:t>
            </a:r>
            <a:r>
              <a:rPr lang="en-US" altLang="zh-CN" dirty="0">
                <a:solidFill>
                  <a:srgbClr val="C00000"/>
                </a:solidFill>
              </a:rPr>
              <a:t>A</a:t>
            </a:r>
            <a:r>
              <a:rPr lang="zh-CN" altLang="en-US" dirty="0">
                <a:solidFill>
                  <a:srgbClr val="C00000"/>
                </a:solidFill>
              </a:rPr>
              <a:t>相</a:t>
            </a:r>
            <a:r>
              <a:rPr lang="zh-CN" altLang="en-US" dirty="0"/>
              <a:t>各接一个</a:t>
            </a:r>
            <a:r>
              <a:rPr lang="zh-CN" altLang="en-US" dirty="0">
                <a:solidFill>
                  <a:srgbClr val="C00000"/>
                </a:solidFill>
              </a:rPr>
              <a:t>外部中断</a:t>
            </a:r>
            <a:r>
              <a:rPr lang="zh-CN" altLang="en-US" dirty="0"/>
              <a:t>，分别计数；</a:t>
            </a:r>
            <a:endParaRPr lang="en-US" altLang="zh-CN" dirty="0"/>
          </a:p>
          <a:p>
            <a:pPr lvl="1"/>
            <a:r>
              <a:rPr lang="zh-CN" altLang="en-US" dirty="0"/>
              <a:t>利用之前介绍的步进电机调速方式（时间中断设置速度值，</a:t>
            </a:r>
            <a:r>
              <a:rPr lang="en-US" altLang="zh-CN" dirty="0"/>
              <a:t>loop</a:t>
            </a:r>
            <a:r>
              <a:rPr lang="zh-CN" altLang="en-US" dirty="0"/>
              <a:t>根据速度值打脉冲）。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4DB49F5-9EEC-46DD-AFE0-CCEE7AE2A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14</a:t>
            </a:fld>
            <a:endParaRPr lang="zh-CN" altLang="en-US" dirty="0"/>
          </a:p>
        </p:txBody>
      </p:sp>
      <p:sp>
        <p:nvSpPr>
          <p:cNvPr id="94" name="文本框 93">
            <a:extLst>
              <a:ext uri="{FF2B5EF4-FFF2-40B4-BE49-F238E27FC236}">
                <a16:creationId xmlns:a16="http://schemas.microsoft.com/office/drawing/2014/main" id="{69DFCB07-5873-4743-8EBE-658191E71847}"/>
              </a:ext>
            </a:extLst>
          </p:cNvPr>
          <p:cNvSpPr txBox="1"/>
          <p:nvPr/>
        </p:nvSpPr>
        <p:spPr>
          <a:xfrm>
            <a:off x="2382104" y="5713144"/>
            <a:ext cx="2486632" cy="420956"/>
          </a:xfrm>
          <a:prstGeom prst="roundRect">
            <a:avLst/>
          </a:prstGeom>
          <a:solidFill>
            <a:srgbClr val="3366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限时：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30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分钟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A6FEF42-D9E8-40B0-9726-9036BF3C326F}"/>
              </a:ext>
            </a:extLst>
          </p:cNvPr>
          <p:cNvSpPr txBox="1"/>
          <p:nvPr/>
        </p:nvSpPr>
        <p:spPr>
          <a:xfrm>
            <a:off x="6584089" y="5712900"/>
            <a:ext cx="3219457" cy="421200"/>
          </a:xfrm>
          <a:prstGeom prst="rect">
            <a:avLst/>
          </a:prstGeom>
          <a:solidFill>
            <a:srgbClr val="3366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w13-s2-BangBangControl.ino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81907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CDBB3-601D-48B9-93D4-8B4447719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i="0" dirty="0">
                <a:solidFill>
                  <a:srgbClr val="333333"/>
                </a:solidFill>
                <a:effectLst/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§4.3 PID </a:t>
            </a:r>
            <a:r>
              <a:rPr lang="zh-CN" altLang="en-US" dirty="0">
                <a:solidFill>
                  <a:srgbClr val="333333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控制</a:t>
            </a: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2E34DA-C298-4684-9108-2FB593BF3C3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0402" y="1306020"/>
                <a:ext cx="10858498" cy="2740977"/>
              </a:xfrm>
            </p:spPr>
            <p:txBody>
              <a:bodyPr/>
              <a:lstStyle/>
              <a:p>
                <a:pPr>
                  <a:spcAft>
                    <a:spcPts val="1200"/>
                  </a:spcAft>
                </a:pPr>
                <a:r>
                  <a:rPr lang="zh-CN" altLang="en-US" dirty="0"/>
                  <a:t>比例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积分</a:t>
                </a:r>
                <a:r>
                  <a:rPr lang="en-US" altLang="zh-CN" dirty="0"/>
                  <a:t>-</a:t>
                </a:r>
                <a:r>
                  <a:rPr lang="zh-CN" altLang="en-US" dirty="0"/>
                  <a:t>微分 （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P</a:t>
                </a:r>
                <a:r>
                  <a:rPr lang="en-US" altLang="zh-CN" dirty="0"/>
                  <a:t>roportional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I</a:t>
                </a:r>
                <a:r>
                  <a:rPr lang="en-US" altLang="zh-CN" dirty="0"/>
                  <a:t>ntegral </a:t>
                </a:r>
                <a:r>
                  <a:rPr lang="en-US" altLang="zh-CN" dirty="0">
                    <a:solidFill>
                      <a:srgbClr val="C00000"/>
                    </a:solidFill>
                  </a:rPr>
                  <a:t>D</a:t>
                </a:r>
                <a:r>
                  <a:rPr lang="en-US" altLang="zh-CN" dirty="0"/>
                  <a:t>erivative</a:t>
                </a:r>
                <a:r>
                  <a:rPr lang="zh-CN" altLang="en-US" dirty="0"/>
                  <a:t>）控制</a:t>
                </a:r>
                <a:endParaRPr lang="en-US" altLang="zh-CN" dirty="0"/>
              </a:p>
              <a:p>
                <a:pPr marL="268287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𝑒</m:t>
                      </m:r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nary>
                        <m:nary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f>
                        <m:f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d>
                            <m:dPr>
                              <m:ctrlP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US" altLang="zh-CN" b="0" i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den>
                      </m:f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(0)</m:t>
                      </m:r>
                    </m:oMath>
                  </m:oMathPara>
                </a14:m>
                <a:endParaRPr lang="en-US" altLang="zh-CN" b="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2E34DA-C298-4684-9108-2FB593BF3C3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0402" y="1306020"/>
                <a:ext cx="10858498" cy="2740977"/>
              </a:xfrm>
              <a:blipFill>
                <a:blip r:embed="rId4"/>
                <a:stretch>
                  <a:fillRect l="-7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4CF9EF-9A56-4B87-A949-1E328012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15</a:t>
            </a:fld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C3F559C-90FC-4DCE-91C1-02483942AA7D}"/>
                  </a:ext>
                </a:extLst>
              </p:cNvPr>
              <p:cNvSpPr txBox="1"/>
              <p:nvPr/>
            </p:nvSpPr>
            <p:spPr>
              <a:xfrm>
                <a:off x="658813" y="3044487"/>
                <a:ext cx="5635308" cy="292022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628650" marR="0" lvl="1" indent="-360363" algn="just" defTabSz="514350" rtl="0" eaLnBrk="1" fontAlgn="auto" latinLnBrk="0" hangingPunct="1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99CCFF"/>
                  </a:buClr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2F2F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其中，</a:t>
                </a:r>
                <a14:m>
                  <m:oMath xmlns:m="http://schemas.openxmlformats.org/officeDocument/2006/math">
                    <m:r>
                      <a:rPr kumimoji="0" lang="en-US" altLang="zh-CN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2F2F2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𝑢</m:t>
                    </m:r>
                    <m:r>
                      <a:rPr kumimoji="0" lang="en-US" altLang="zh-CN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2F2F2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2F2F2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𝑡</m:t>
                    </m:r>
                    <m:r>
                      <a:rPr kumimoji="0" lang="en-US" altLang="zh-CN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2F2F2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2F2F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表示输出，</a:t>
                </a:r>
                <a14:m>
                  <m:oMath xmlns:m="http://schemas.openxmlformats.org/officeDocument/2006/math">
                    <m:r>
                      <a:rPr kumimoji="0" lang="en-US" altLang="zh-CN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𝒆</m:t>
                    </m:r>
                    <m:r>
                      <a:rPr kumimoji="0" lang="en-US" altLang="zh-CN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(</m:t>
                    </m:r>
                    <m:r>
                      <a:rPr kumimoji="0" lang="en-US" altLang="zh-CN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𝒕</m:t>
                    </m:r>
                    <m:r>
                      <a:rPr kumimoji="0" lang="en-US" altLang="zh-CN" sz="2000" b="1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C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)</m:t>
                    </m:r>
                  </m:oMath>
                </a14:m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2F2F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表示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00000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偏差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2F2F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e>
                      <m:sub>
                        <m:r>
                          <a:rPr kumimoji="0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𝑝</m:t>
                        </m:r>
                      </m:sub>
                    </m:sSub>
                    <m:r>
                      <a:rPr kumimoji="0" lang="en-US" altLang="zh-CN" sz="20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2F2F2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/</m:t>
                    </m:r>
                    <m:sSub>
                      <m:sSubPr>
                        <m:ctrlPr>
                          <a:rPr kumimoji="0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e>
                      <m:sub>
                        <m:r>
                          <a:rPr kumimoji="0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𝑖</m:t>
                        </m:r>
                      </m:sub>
                    </m:sSub>
                    <m:r>
                      <a:rPr kumimoji="0" lang="en-US" altLang="zh-CN" sz="2000" b="0" i="1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2F2F2F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cs typeface="+mn-cs"/>
                      </a:rPr>
                      <m:t>/</m:t>
                    </m:r>
                    <m:sSub>
                      <m:sSubPr>
                        <m:ctrlPr>
                          <a:rPr kumimoji="0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</m:ctrlPr>
                      </m:sSubPr>
                      <m:e>
                        <m:r>
                          <a:rPr kumimoji="0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𝐾</m:t>
                        </m:r>
                      </m:e>
                      <m:sub>
                        <m:r>
                          <a:rPr kumimoji="0" lang="en-US" altLang="zh-CN" sz="2000" b="0" i="1" u="none" strike="noStrike" kern="1200" cap="none" spc="0" normalizeH="0" baseline="0" noProof="0" dirty="0" smtClean="0">
                            <a:ln>
                              <a:noFill/>
                            </a:ln>
                            <a:solidFill>
                              <a:srgbClr val="C00000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cs typeface="+mn-cs"/>
                          </a:rPr>
                          <m:t>𝑑</m:t>
                        </m:r>
                      </m:sub>
                    </m:sSub>
                  </m:oMath>
                </a14:m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2F2F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分别为 比例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2F2F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/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2F2F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积分</a:t>
                </a:r>
                <a:r>
                  <a:rPr kumimoji="0" lang="en-US" altLang="zh-CN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2F2F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/</a:t>
                </a: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2F2F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微分 系数。</a:t>
                </a:r>
              </a:p>
              <a:p>
                <a:pPr marL="628650" marR="0" lvl="1" indent="-360363" algn="just" defTabSz="514350" rtl="0" eaLnBrk="1" fontAlgn="auto" latinLnBrk="0" hangingPunct="1">
                  <a:lnSpc>
                    <a:spcPct val="150000"/>
                  </a:lnSpc>
                  <a:spcBef>
                    <a:spcPts val="281"/>
                  </a:spcBef>
                  <a:spcAft>
                    <a:spcPts val="0"/>
                  </a:spcAft>
                  <a:buClr>
                    <a:srgbClr val="99CCFF"/>
                  </a:buClr>
                  <a:buSzTx/>
                  <a:buFont typeface="Wingdings" panose="05000000000000000000" pitchFamily="2" charset="2"/>
                  <a:buChar char="l"/>
                  <a:tabLst/>
                  <a:defRPr/>
                </a:pPr>
                <a:r>
                  <a:rPr kumimoji="0" lang="zh-CN" alt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2F2F2F"/>
                    </a:solidFill>
                    <a:effectLst/>
                    <a:uLnTx/>
                    <a:uFillTx/>
                    <a:latin typeface="Times New Roman"/>
                    <a:ea typeface="微软雅黑"/>
                    <a:cs typeface="+mn-cs"/>
                  </a:rPr>
                  <a:t>经典控制理论中最重要的控制方法，历史悠久。</a:t>
                </a:r>
                <a:endParaRPr kumimoji="0" lang="en-US" altLang="zh-CN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2F2F2F"/>
                  </a:solidFill>
                  <a:effectLst/>
                  <a:uLnTx/>
                  <a:uFillTx/>
                  <a:latin typeface="Times New Roman"/>
                  <a:ea typeface="微软雅黑"/>
                  <a:cs typeface="+mn-cs"/>
                </a:endParaRPr>
              </a:p>
              <a:p>
                <a:pPr marL="628650" lvl="1" indent="-360363" algn="just" defTabSz="514350" eaLnBrk="1" hangingPunct="1">
                  <a:lnSpc>
                    <a:spcPct val="150000"/>
                  </a:lnSpc>
                  <a:spcBef>
                    <a:spcPts val="281"/>
                  </a:spcBef>
                  <a:buClr>
                    <a:srgbClr val="99CCFF"/>
                  </a:buClr>
                  <a:buFont typeface="Wingdings" panose="05000000000000000000" pitchFamily="2" charset="2"/>
                  <a:buChar char="l"/>
                </a:pPr>
                <a:r>
                  <a:rPr lang="zh-CN" altLang="en-US" sz="2000" dirty="0">
                    <a:latin typeface="+mn-lt"/>
                    <a:ea typeface="+mn-ea"/>
                  </a:rPr>
                  <a:t>至今，</a:t>
                </a:r>
                <a:r>
                  <a:rPr lang="en-US" altLang="zh-CN" sz="2000" dirty="0">
                    <a:latin typeface="+mn-lt"/>
                    <a:ea typeface="+mn-ea"/>
                  </a:rPr>
                  <a:t> PID</a:t>
                </a:r>
                <a:r>
                  <a:rPr lang="zh-CN" altLang="en-US" sz="2000" dirty="0">
                    <a:latin typeface="+mn-lt"/>
                    <a:ea typeface="+mn-ea"/>
                  </a:rPr>
                  <a:t>算法及其改进算法仍是最简单、有效且应用最广泛的常用控制方法。</a:t>
                </a:r>
                <a:endParaRPr lang="en-US" altLang="zh-CN" sz="2000" dirty="0">
                  <a:latin typeface="+mn-lt"/>
                  <a:ea typeface="+mn-ea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CC3F559C-90FC-4DCE-91C1-02483942A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8813" y="3044487"/>
                <a:ext cx="5635308" cy="2920223"/>
              </a:xfrm>
              <a:prstGeom prst="rect">
                <a:avLst/>
              </a:prstGeom>
              <a:blipFill>
                <a:blip r:embed="rId5"/>
                <a:stretch>
                  <a:fillRect r="-1081" b="-292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D控制原理">
            <a:hlinkClick r:id="" action="ppaction://media"/>
            <a:extLst>
              <a:ext uri="{FF2B5EF4-FFF2-40B4-BE49-F238E27FC236}">
                <a16:creationId xmlns:a16="http://schemas.microsoft.com/office/drawing/2014/main" id="{7707AB9D-8BF0-405D-BA9B-518E0758F40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502457" y="3147168"/>
            <a:ext cx="5030731" cy="2829786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10E97C0-9670-4783-9D38-F33317390D08}"/>
              </a:ext>
            </a:extLst>
          </p:cNvPr>
          <p:cNvSpPr txBox="1"/>
          <p:nvPr/>
        </p:nvSpPr>
        <p:spPr>
          <a:xfrm>
            <a:off x="4354687" y="1910366"/>
            <a:ext cx="370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P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046435D-F3CE-4F3D-9479-6D92EA7FC1D3}"/>
              </a:ext>
            </a:extLst>
          </p:cNvPr>
          <p:cNvSpPr txBox="1"/>
          <p:nvPr/>
        </p:nvSpPr>
        <p:spPr>
          <a:xfrm>
            <a:off x="5665824" y="1910366"/>
            <a:ext cx="370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I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69B815-16BD-4114-90FE-3F1BB66F3F86}"/>
              </a:ext>
            </a:extLst>
          </p:cNvPr>
          <p:cNvSpPr txBox="1"/>
          <p:nvPr/>
        </p:nvSpPr>
        <p:spPr>
          <a:xfrm>
            <a:off x="7109482" y="1910366"/>
            <a:ext cx="37002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Times New Roman"/>
                <a:ea typeface="微软雅黑"/>
                <a:cs typeface="+mn-cs"/>
              </a:rPr>
              <a:t>D</a:t>
            </a:r>
            <a:endParaRPr lang="zh-CN" altLang="en-US" dirty="0"/>
          </a:p>
        </p:txBody>
      </p: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CB29559C-55D9-4048-9F51-5BC41860D186}"/>
              </a:ext>
            </a:extLst>
          </p:cNvPr>
          <p:cNvCxnSpPr>
            <a:cxnSpLocks/>
          </p:cNvCxnSpPr>
          <p:nvPr/>
        </p:nvCxnSpPr>
        <p:spPr>
          <a:xfrm>
            <a:off x="4209222" y="2295939"/>
            <a:ext cx="660952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DEFFDA2-04B7-4854-B4CE-96DFE16DF1DA}"/>
              </a:ext>
            </a:extLst>
          </p:cNvPr>
          <p:cNvCxnSpPr>
            <a:cxnSpLocks/>
          </p:cNvCxnSpPr>
          <p:nvPr/>
        </p:nvCxnSpPr>
        <p:spPr>
          <a:xfrm>
            <a:off x="5236266" y="2295939"/>
            <a:ext cx="1229138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B8E274EF-74D3-42C5-937C-3B6A1896963A}"/>
              </a:ext>
            </a:extLst>
          </p:cNvPr>
          <p:cNvCxnSpPr>
            <a:cxnSpLocks/>
          </p:cNvCxnSpPr>
          <p:nvPr/>
        </p:nvCxnSpPr>
        <p:spPr>
          <a:xfrm>
            <a:off x="6801678" y="2295939"/>
            <a:ext cx="985631" cy="0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1243426"/>
      </p:ext>
    </p:extLst>
  </p:cSld>
  <p:clrMapOvr>
    <a:masterClrMapping/>
  </p:clrMapOvr>
  <p:timing>
    <p:tnLst>
      <p:par>
        <p:cTn id="1" dur="indefinite" restart="never" nodeType="tmRoot">
          <p:childTnLst>
            <p:video fullScrn="1"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5CDBB3-601D-48B9-93D4-8B4447719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b="1" dirty="0">
                <a:latin typeface="+mn-lt"/>
                <a:ea typeface="+mn-ea"/>
              </a:rPr>
              <a:t>实践：</a:t>
            </a:r>
            <a:r>
              <a:rPr lang="zh-CN" altLang="en-US" dirty="0">
                <a:latin typeface="+mn-lt"/>
                <a:ea typeface="+mn-ea"/>
              </a:rPr>
              <a:t>步进电机位置的比例控制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2E34DA-C298-4684-9108-2FB593BF3C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2" y="1306020"/>
            <a:ext cx="10858498" cy="2785920"/>
          </a:xfrm>
        </p:spPr>
        <p:txBody>
          <a:bodyPr/>
          <a:lstStyle/>
          <a:p>
            <a:r>
              <a:rPr lang="zh-CN" altLang="en-US" sz="2400" b="1" dirty="0">
                <a:latin typeface="+mn-lt"/>
                <a:ea typeface="+mn-ea"/>
              </a:rPr>
              <a:t>将上例由 </a:t>
            </a:r>
            <a:r>
              <a:rPr lang="en-US" altLang="zh-CN" sz="2400" b="1" dirty="0">
                <a:latin typeface="+mn-lt"/>
                <a:ea typeface="+mn-ea"/>
              </a:rPr>
              <a:t>Bang-Bang </a:t>
            </a:r>
            <a:r>
              <a:rPr lang="zh-CN" altLang="en-US" sz="2400" b="1" dirty="0">
                <a:latin typeface="+mn-lt"/>
                <a:ea typeface="+mn-ea"/>
              </a:rPr>
              <a:t>控制，改为</a:t>
            </a:r>
            <a:r>
              <a:rPr lang="zh-CN" altLang="en-US" sz="2400" b="1" dirty="0">
                <a:solidFill>
                  <a:srgbClr val="C00000"/>
                </a:solidFill>
                <a:latin typeface="+mn-lt"/>
                <a:ea typeface="+mn-ea"/>
              </a:rPr>
              <a:t>比例控制</a:t>
            </a:r>
            <a:r>
              <a:rPr lang="zh-CN" altLang="en-US" dirty="0"/>
              <a:t>。</a:t>
            </a:r>
            <a:endParaRPr lang="en-US" altLang="zh-CN" dirty="0"/>
          </a:p>
          <a:p>
            <a:pPr lvl="1"/>
            <a:r>
              <a:rPr lang="zh-CN" altLang="en-US" b="1" dirty="0">
                <a:latin typeface="+mn-lt"/>
                <a:ea typeface="+mn-ea"/>
              </a:rPr>
              <a:t>步进电机</a:t>
            </a:r>
            <a:r>
              <a:rPr lang="zh-CN" altLang="en-US" b="1" dirty="0"/>
              <a:t>的转</a:t>
            </a:r>
            <a:r>
              <a:rPr lang="zh-CN" altLang="en-US" b="1" dirty="0">
                <a:latin typeface="+mn-lt"/>
                <a:ea typeface="+mn-ea"/>
              </a:rPr>
              <a:t>速：根据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</a:rPr>
              <a:t>目标角度</a:t>
            </a:r>
            <a:r>
              <a:rPr lang="zh-CN" altLang="en-US" b="1" dirty="0">
                <a:latin typeface="+mn-lt"/>
                <a:ea typeface="+mn-ea"/>
              </a:rPr>
              <a:t>与</a:t>
            </a:r>
            <a:r>
              <a:rPr lang="zh-CN" altLang="en-US" b="1" dirty="0">
                <a:solidFill>
                  <a:srgbClr val="C00000"/>
                </a:solidFill>
                <a:latin typeface="+mn-lt"/>
                <a:ea typeface="+mn-ea"/>
              </a:rPr>
              <a:t>实测角度</a:t>
            </a:r>
            <a:r>
              <a:rPr lang="zh-CN" altLang="en-US" b="1" dirty="0">
                <a:latin typeface="+mn-lt"/>
                <a:ea typeface="+mn-ea"/>
              </a:rPr>
              <a:t>的差值大小确定。</a:t>
            </a:r>
            <a:endParaRPr lang="en-US" altLang="zh-CN" b="1" dirty="0">
              <a:latin typeface="+mn-lt"/>
              <a:ea typeface="+mn-ea"/>
            </a:endParaRPr>
          </a:p>
          <a:p>
            <a:pPr lvl="1"/>
            <a:r>
              <a:rPr lang="zh-CN" altLang="en-US" dirty="0"/>
              <a:t>注意：步进电机存在最大转速。</a:t>
            </a:r>
            <a:endParaRPr lang="en-US" altLang="zh-CN" dirty="0"/>
          </a:p>
          <a:p>
            <a:pPr lvl="2"/>
            <a:r>
              <a:rPr lang="zh-CN" altLang="en-US" dirty="0"/>
              <a:t>当角度偏差大于某个数值（如</a:t>
            </a:r>
            <a:r>
              <a:rPr lang="en-US" altLang="zh-CN" dirty="0"/>
              <a:t>10°</a:t>
            </a:r>
            <a:r>
              <a:rPr lang="zh-CN" altLang="en-US" dirty="0"/>
              <a:t>），步进电机以最大转速运行；</a:t>
            </a:r>
            <a:endParaRPr lang="en-US" altLang="zh-CN" dirty="0"/>
          </a:p>
          <a:p>
            <a:pPr lvl="2">
              <a:spcAft>
                <a:spcPts val="1200"/>
              </a:spcAft>
            </a:pPr>
            <a:r>
              <a:rPr lang="zh-CN" altLang="en-US" dirty="0"/>
              <a:t>当角度偏差小于某个数值（如</a:t>
            </a:r>
            <a:r>
              <a:rPr lang="en-US" altLang="zh-CN" dirty="0"/>
              <a:t>10°</a:t>
            </a:r>
            <a:r>
              <a:rPr lang="zh-CN" altLang="en-US" dirty="0"/>
              <a:t>），步进电机的转速与角度偏差成比例。</a:t>
            </a:r>
            <a:endParaRPr lang="en-US" altLang="zh-CN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D4CF9EF-9A56-4B87-A949-1E328012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zh-CN" dirty="0"/>
              <a:t>16-</a:t>
            </a:r>
            <a:fld id="{8F136C17-7D19-453A-9A07-8ACF4E3D1EB5}" type="slidenum">
              <a:rPr lang="zh-CN" altLang="en-US" smtClean="0"/>
              <a:pPr/>
              <a:t>16</a:t>
            </a:fld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C5B250F-0BE3-402D-9A71-75E5614BE86E}"/>
              </a:ext>
            </a:extLst>
          </p:cNvPr>
          <p:cNvSpPr txBox="1"/>
          <p:nvPr/>
        </p:nvSpPr>
        <p:spPr>
          <a:xfrm>
            <a:off x="2272217" y="4270986"/>
            <a:ext cx="2486632" cy="420956"/>
          </a:xfrm>
          <a:prstGeom prst="roundRect">
            <a:avLst/>
          </a:prstGeom>
          <a:solidFill>
            <a:srgbClr val="3366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36000" rIns="0" bIns="36000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限时：</a:t>
            </a:r>
            <a:r>
              <a:rPr lang="en-US" altLang="zh-CN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20</a:t>
            </a:r>
            <a:r>
              <a:rPr lang="zh-CN" altLang="en-US" sz="2000" b="1" dirty="0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  <a:sym typeface="Times New Roman" panose="02020603050405020304" pitchFamily="18" charset="0"/>
              </a:rPr>
              <a:t> 分钟</a:t>
            </a:r>
            <a:endParaRPr lang="en-US" altLang="zh-CN" sz="2000" b="1" dirty="0">
              <a:solidFill>
                <a:schemeClr val="bg1"/>
              </a:solidFill>
              <a:latin typeface="Times New Roman" panose="02020603050405020304" pitchFamily="18" charset="0"/>
              <a:ea typeface="微软雅黑" panose="020B0503020204020204" pitchFamily="34" charset="-122"/>
              <a:sym typeface="Times New Roman" panose="02020603050405020304" pitchFamily="18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1591480-A656-43A2-90F4-93A9CA06D48F}"/>
              </a:ext>
            </a:extLst>
          </p:cNvPr>
          <p:cNvSpPr txBox="1"/>
          <p:nvPr/>
        </p:nvSpPr>
        <p:spPr>
          <a:xfrm>
            <a:off x="6173384" y="4264941"/>
            <a:ext cx="3513057" cy="421200"/>
          </a:xfrm>
          <a:prstGeom prst="rect">
            <a:avLst/>
          </a:prstGeom>
          <a:solidFill>
            <a:srgbClr val="336699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0" tIns="36000" rIns="0" bIns="36000" rtlCol="0">
            <a:spAutoFit/>
          </a:bodyPr>
          <a:lstStyle>
            <a:defPPr>
              <a:defRPr lang="zh-CN"/>
            </a:defPPr>
            <a:lvl1pPr algn="ctr">
              <a:defRPr sz="2000" b="1">
                <a:solidFill>
                  <a:schemeClr val="bg1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w13-s3-proportionalControl.ino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8080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4978142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ca53829-35c6-4459-b981-6f35f8ea863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bca53829-35c6-4459-b981-6f35f8ea8637"/>
</p:tagLst>
</file>

<file path=ppt/theme/theme1.xml><?xml version="1.0" encoding="utf-8"?>
<a:theme xmlns:a="http://schemas.openxmlformats.org/drawingml/2006/main" name="教学">
  <a:themeElements>
    <a:clrScheme name="iSlide VI标准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ED4343"/>
      </a:accent1>
      <a:accent2>
        <a:srgbClr val="FA3232"/>
      </a:accent2>
      <a:accent3>
        <a:srgbClr val="FA3232"/>
      </a:accent3>
      <a:accent4>
        <a:srgbClr val="ED4343"/>
      </a:accent4>
      <a:accent5>
        <a:srgbClr val="ED4343"/>
      </a:accent5>
      <a:accent6>
        <a:srgbClr val="ED4343"/>
      </a:accent6>
      <a:hlink>
        <a:srgbClr val="537FD3"/>
      </a:hlink>
      <a:folHlink>
        <a:srgbClr val="979797"/>
      </a:folHlink>
    </a:clrScheme>
    <a:fontScheme name="lq4g5nob">
      <a:majorFont>
        <a:latin typeface="Times New Roman"/>
        <a:ea typeface="微软雅黑"/>
        <a:cs typeface=""/>
      </a:majorFont>
      <a:minorFont>
        <a:latin typeface="Times New Roman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教学" id="{DF8B2758-EA09-409C-88D2-050A83997DCE}" vid="{C48E941A-618B-48F7-94D2-57E85748D9A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教学</Template>
  <TotalTime>6552</TotalTime>
  <Words>1192</Words>
  <Application>Microsoft Office PowerPoint</Application>
  <PresentationFormat>宽屏</PresentationFormat>
  <Paragraphs>233</Paragraphs>
  <Slides>17</Slides>
  <Notes>0</Notes>
  <HiddenSlides>0</HiddenSlides>
  <MMClips>2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5" baseType="lpstr">
      <vt:lpstr>Helvetica Neue</vt:lpstr>
      <vt:lpstr>等线</vt:lpstr>
      <vt:lpstr>微软雅黑</vt:lpstr>
      <vt:lpstr>Arial</vt:lpstr>
      <vt:lpstr>Cambria Math</vt:lpstr>
      <vt:lpstr>Times New Roman</vt:lpstr>
      <vt:lpstr>Wingdings</vt:lpstr>
      <vt:lpstr>教学</vt:lpstr>
      <vt:lpstr>PowerPoint 演示文稿</vt:lpstr>
      <vt:lpstr>内容提要</vt:lpstr>
      <vt:lpstr>§1 编码器（encoder）概述</vt:lpstr>
      <vt:lpstr>编码器的应用</vt:lpstr>
      <vt:lpstr>§2.1 结构（增量式） </vt:lpstr>
      <vt:lpstr>§2.2 检测原理</vt:lpstr>
      <vt:lpstr>§2.2 检测原理</vt:lpstr>
      <vt:lpstr>§2.3 实践：读取编码器信息，显示脉冲计数值</vt:lpstr>
      <vt:lpstr>§3 霍尔编码器</vt:lpstr>
      <vt:lpstr>§3 霍尔编码器</vt:lpstr>
      <vt:lpstr>§4.1 开环和闭环控制的基本概念</vt:lpstr>
      <vt:lpstr>开环与闭环控制的基本流程</vt:lpstr>
      <vt:lpstr>§4.2 Bang-Bang 控制</vt:lpstr>
      <vt:lpstr>实践：用 Bang-Bang 控制步进电机的相对位置</vt:lpstr>
      <vt:lpstr>§4.3 PID 控制</vt:lpstr>
      <vt:lpstr>实践：步进电机位置的比例控制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机电系统原理及实践</dc:title>
  <dc:creator>郭 明旻</dc:creator>
  <cp:lastModifiedBy>明旻 郭</cp:lastModifiedBy>
  <cp:revision>440</cp:revision>
  <dcterms:created xsi:type="dcterms:W3CDTF">2023-09-01T06:13:53Z</dcterms:created>
  <dcterms:modified xsi:type="dcterms:W3CDTF">2025-05-13T13:09:49Z</dcterms:modified>
</cp:coreProperties>
</file>